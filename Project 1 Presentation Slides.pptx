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uce Heavy" charset="1" panose="00000A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 Medium" charset="1" panose="00000600000000000000"/>
      <p:regular r:id="rId22"/>
    </p:embeddedFont>
    <p:embeddedFont>
      <p:font typeface="Open Sauce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50448" y="8353240"/>
            <a:ext cx="2814292" cy="643540"/>
            <a:chOff x="0" y="0"/>
            <a:chExt cx="741213" cy="1694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1213" cy="169492"/>
            </a:xfrm>
            <a:custGeom>
              <a:avLst/>
              <a:gdLst/>
              <a:ahLst/>
              <a:cxnLst/>
              <a:rect r="r" b="b" t="t" l="l"/>
              <a:pathLst>
                <a:path h="169492" w="741213">
                  <a:moveTo>
                    <a:pt x="84746" y="0"/>
                  </a:moveTo>
                  <a:lnTo>
                    <a:pt x="656467" y="0"/>
                  </a:lnTo>
                  <a:cubicBezTo>
                    <a:pt x="678943" y="0"/>
                    <a:pt x="700498" y="8929"/>
                    <a:pt x="716391" y="24822"/>
                  </a:cubicBezTo>
                  <a:cubicBezTo>
                    <a:pt x="732284" y="40714"/>
                    <a:pt x="741213" y="62270"/>
                    <a:pt x="741213" y="84746"/>
                  </a:cubicBezTo>
                  <a:lnTo>
                    <a:pt x="741213" y="84746"/>
                  </a:lnTo>
                  <a:cubicBezTo>
                    <a:pt x="741213" y="107222"/>
                    <a:pt x="732284" y="128777"/>
                    <a:pt x="716391" y="144670"/>
                  </a:cubicBezTo>
                  <a:cubicBezTo>
                    <a:pt x="700498" y="160563"/>
                    <a:pt x="678943" y="169492"/>
                    <a:pt x="656467" y="169492"/>
                  </a:cubicBezTo>
                  <a:lnTo>
                    <a:pt x="84746" y="169492"/>
                  </a:lnTo>
                  <a:cubicBezTo>
                    <a:pt x="62270" y="169492"/>
                    <a:pt x="40714" y="160563"/>
                    <a:pt x="24822" y="144670"/>
                  </a:cubicBezTo>
                  <a:cubicBezTo>
                    <a:pt x="8929" y="128777"/>
                    <a:pt x="0" y="107222"/>
                    <a:pt x="0" y="84746"/>
                  </a:cubicBezTo>
                  <a:lnTo>
                    <a:pt x="0" y="84746"/>
                  </a:lnTo>
                  <a:cubicBezTo>
                    <a:pt x="0" y="62270"/>
                    <a:pt x="8929" y="40714"/>
                    <a:pt x="24822" y="24822"/>
                  </a:cubicBezTo>
                  <a:cubicBezTo>
                    <a:pt x="40714" y="8929"/>
                    <a:pt x="62270" y="0"/>
                    <a:pt x="8474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741213" cy="83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4140" y="1416597"/>
            <a:ext cx="7824344" cy="523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3"/>
              </a:lnSpc>
            </a:pPr>
            <a:r>
              <a:rPr lang="en-US" sz="22876" spc="-107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Bank</a:t>
            </a:r>
          </a:p>
          <a:p>
            <a:pPr algn="l">
              <a:lnSpc>
                <a:spcPts val="19673"/>
              </a:lnSpc>
            </a:pPr>
            <a:r>
              <a:rPr lang="en-US" sz="22876" spc="-107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of CLI</a:t>
            </a:r>
          </a:p>
        </p:txBody>
      </p:sp>
      <p:grpSp>
        <p:nvGrpSpPr>
          <p:cNvPr name="Group 7" id="7"/>
          <p:cNvGrpSpPr/>
          <p:nvPr/>
        </p:nvGrpSpPr>
        <p:grpSpPr>
          <a:xfrm rot="566727">
            <a:off x="12368058" y="-3983613"/>
            <a:ext cx="11215742" cy="1121574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66727">
            <a:off x="13915980" y="-1755965"/>
            <a:ext cx="7530780" cy="75307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89119" y="8352705"/>
            <a:ext cx="5442440" cy="90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09"/>
              </a:lnSpc>
            </a:pPr>
            <a:r>
              <a:rPr lang="en-US" sz="5800" spc="-32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Boone Wilder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50448" y="8506418"/>
            <a:ext cx="2814292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spc="-11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Sept 25,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5245" y="7733418"/>
            <a:ext cx="4337294" cy="657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42"/>
              </a:lnSpc>
            </a:pPr>
            <a:r>
              <a:rPr lang="en-US" b="true" sz="4160" spc="-23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86502" y="2857947"/>
            <a:ext cx="10260941" cy="211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574"/>
              </a:lnSpc>
            </a:pPr>
            <a:r>
              <a:rPr lang="en-US" b="true" sz="14166" spc="-59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1924" y="7241340"/>
            <a:ext cx="3794307" cy="836891"/>
            <a:chOff x="0" y="0"/>
            <a:chExt cx="1428187" cy="3150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8187" cy="315008"/>
            </a:xfrm>
            <a:custGeom>
              <a:avLst/>
              <a:gdLst/>
              <a:ahLst/>
              <a:cxnLst/>
              <a:rect r="r" b="b" t="t" l="l"/>
              <a:pathLst>
                <a:path h="315008" w="1428187">
                  <a:moveTo>
                    <a:pt x="104061" y="0"/>
                  </a:moveTo>
                  <a:lnTo>
                    <a:pt x="1324127" y="0"/>
                  </a:lnTo>
                  <a:cubicBezTo>
                    <a:pt x="1351725" y="0"/>
                    <a:pt x="1378194" y="10963"/>
                    <a:pt x="1397709" y="30479"/>
                  </a:cubicBezTo>
                  <a:cubicBezTo>
                    <a:pt x="1417224" y="49994"/>
                    <a:pt x="1428187" y="76462"/>
                    <a:pt x="1428187" y="104061"/>
                  </a:cubicBezTo>
                  <a:lnTo>
                    <a:pt x="1428187" y="210947"/>
                  </a:lnTo>
                  <a:cubicBezTo>
                    <a:pt x="1428187" y="268418"/>
                    <a:pt x="1381598" y="315008"/>
                    <a:pt x="1324127" y="315008"/>
                  </a:cubicBezTo>
                  <a:lnTo>
                    <a:pt x="104061" y="315008"/>
                  </a:lnTo>
                  <a:cubicBezTo>
                    <a:pt x="46590" y="315008"/>
                    <a:pt x="0" y="268418"/>
                    <a:pt x="0" y="210947"/>
                  </a:cubicBezTo>
                  <a:lnTo>
                    <a:pt x="0" y="104061"/>
                  </a:lnTo>
                  <a:cubicBezTo>
                    <a:pt x="0" y="46590"/>
                    <a:pt x="46590" y="0"/>
                    <a:pt x="1040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1428187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600532" y="7241340"/>
            <a:ext cx="2998581" cy="836891"/>
            <a:chOff x="0" y="0"/>
            <a:chExt cx="1128674" cy="3150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28674" cy="315008"/>
            </a:xfrm>
            <a:custGeom>
              <a:avLst/>
              <a:gdLst/>
              <a:ahLst/>
              <a:cxnLst/>
              <a:rect r="r" b="b" t="t" l="l"/>
              <a:pathLst>
                <a:path h="315008" w="1128674">
                  <a:moveTo>
                    <a:pt x="131675" y="0"/>
                  </a:moveTo>
                  <a:lnTo>
                    <a:pt x="996999" y="0"/>
                  </a:lnTo>
                  <a:cubicBezTo>
                    <a:pt x="1069721" y="0"/>
                    <a:pt x="1128674" y="58953"/>
                    <a:pt x="1128674" y="131675"/>
                  </a:cubicBezTo>
                  <a:lnTo>
                    <a:pt x="1128674" y="183333"/>
                  </a:lnTo>
                  <a:cubicBezTo>
                    <a:pt x="1128674" y="256055"/>
                    <a:pt x="1069721" y="315008"/>
                    <a:pt x="996999" y="315008"/>
                  </a:cubicBezTo>
                  <a:lnTo>
                    <a:pt x="131675" y="315008"/>
                  </a:lnTo>
                  <a:cubicBezTo>
                    <a:pt x="58953" y="315008"/>
                    <a:pt x="0" y="256055"/>
                    <a:pt x="0" y="183333"/>
                  </a:cubicBezTo>
                  <a:lnTo>
                    <a:pt x="0" y="131675"/>
                  </a:lnTo>
                  <a:cubicBezTo>
                    <a:pt x="0" y="58953"/>
                    <a:pt x="58953" y="0"/>
                    <a:pt x="1316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85725"/>
              <a:ext cx="1128674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3871337" y="7241340"/>
            <a:ext cx="4382287" cy="836891"/>
            <a:chOff x="0" y="0"/>
            <a:chExt cx="1649504" cy="3150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9504" cy="315008"/>
            </a:xfrm>
            <a:custGeom>
              <a:avLst/>
              <a:gdLst/>
              <a:ahLst/>
              <a:cxnLst/>
              <a:rect r="r" b="b" t="t" l="l"/>
              <a:pathLst>
                <a:path h="315008" w="1649504">
                  <a:moveTo>
                    <a:pt x="90099" y="0"/>
                  </a:moveTo>
                  <a:lnTo>
                    <a:pt x="1559406" y="0"/>
                  </a:lnTo>
                  <a:cubicBezTo>
                    <a:pt x="1583301" y="0"/>
                    <a:pt x="1606218" y="9493"/>
                    <a:pt x="1623115" y="26389"/>
                  </a:cubicBezTo>
                  <a:cubicBezTo>
                    <a:pt x="1640012" y="43286"/>
                    <a:pt x="1649504" y="66203"/>
                    <a:pt x="1649504" y="90099"/>
                  </a:cubicBezTo>
                  <a:lnTo>
                    <a:pt x="1649504" y="224909"/>
                  </a:lnTo>
                  <a:cubicBezTo>
                    <a:pt x="1649504" y="248805"/>
                    <a:pt x="1640012" y="271722"/>
                    <a:pt x="1623115" y="288619"/>
                  </a:cubicBezTo>
                  <a:cubicBezTo>
                    <a:pt x="1606218" y="305515"/>
                    <a:pt x="1583301" y="315008"/>
                    <a:pt x="1559406" y="315008"/>
                  </a:cubicBezTo>
                  <a:lnTo>
                    <a:pt x="90099" y="315008"/>
                  </a:lnTo>
                  <a:cubicBezTo>
                    <a:pt x="66203" y="315008"/>
                    <a:pt x="43286" y="305515"/>
                    <a:pt x="26389" y="288619"/>
                  </a:cubicBezTo>
                  <a:cubicBezTo>
                    <a:pt x="9493" y="271722"/>
                    <a:pt x="0" y="248805"/>
                    <a:pt x="0" y="224909"/>
                  </a:cubicBezTo>
                  <a:lnTo>
                    <a:pt x="0" y="90099"/>
                  </a:lnTo>
                  <a:cubicBezTo>
                    <a:pt x="0" y="66203"/>
                    <a:pt x="9493" y="43286"/>
                    <a:pt x="26389" y="26389"/>
                  </a:cubicBezTo>
                  <a:cubicBezTo>
                    <a:pt x="43286" y="9493"/>
                    <a:pt x="66203" y="0"/>
                    <a:pt x="900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1649504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3610" y="8421409"/>
            <a:ext cx="2927532" cy="836891"/>
            <a:chOff x="0" y="0"/>
            <a:chExt cx="1101931" cy="3150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1931" cy="315008"/>
            </a:xfrm>
            <a:custGeom>
              <a:avLst/>
              <a:gdLst/>
              <a:ahLst/>
              <a:cxnLst/>
              <a:rect r="r" b="b" t="t" l="l"/>
              <a:pathLst>
                <a:path h="315008" w="1101931">
                  <a:moveTo>
                    <a:pt x="134871" y="0"/>
                  </a:moveTo>
                  <a:lnTo>
                    <a:pt x="967060" y="0"/>
                  </a:lnTo>
                  <a:cubicBezTo>
                    <a:pt x="1002830" y="0"/>
                    <a:pt x="1037135" y="14210"/>
                    <a:pt x="1062428" y="39503"/>
                  </a:cubicBezTo>
                  <a:cubicBezTo>
                    <a:pt x="1087721" y="64796"/>
                    <a:pt x="1101931" y="99101"/>
                    <a:pt x="1101931" y="134871"/>
                  </a:cubicBezTo>
                  <a:lnTo>
                    <a:pt x="1101931" y="180137"/>
                  </a:lnTo>
                  <a:cubicBezTo>
                    <a:pt x="1101931" y="215907"/>
                    <a:pt x="1087721" y="250212"/>
                    <a:pt x="1062428" y="275505"/>
                  </a:cubicBezTo>
                  <a:cubicBezTo>
                    <a:pt x="1037135" y="300798"/>
                    <a:pt x="1002830" y="315008"/>
                    <a:pt x="967060" y="315008"/>
                  </a:cubicBezTo>
                  <a:lnTo>
                    <a:pt x="134871" y="315008"/>
                  </a:lnTo>
                  <a:cubicBezTo>
                    <a:pt x="99101" y="315008"/>
                    <a:pt x="64796" y="300798"/>
                    <a:pt x="39503" y="275505"/>
                  </a:cubicBezTo>
                  <a:cubicBezTo>
                    <a:pt x="14210" y="250212"/>
                    <a:pt x="0" y="215907"/>
                    <a:pt x="0" y="180137"/>
                  </a:cubicBezTo>
                  <a:lnTo>
                    <a:pt x="0" y="134871"/>
                  </a:lnTo>
                  <a:cubicBezTo>
                    <a:pt x="0" y="99101"/>
                    <a:pt x="14210" y="64796"/>
                    <a:pt x="39503" y="39503"/>
                  </a:cubicBezTo>
                  <a:cubicBezTo>
                    <a:pt x="64796" y="14210"/>
                    <a:pt x="99101" y="0"/>
                    <a:pt x="1348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1101931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433227" y="8401834"/>
            <a:ext cx="2905319" cy="836891"/>
            <a:chOff x="0" y="0"/>
            <a:chExt cx="1093570" cy="3150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3570" cy="315008"/>
            </a:xfrm>
            <a:custGeom>
              <a:avLst/>
              <a:gdLst/>
              <a:ahLst/>
              <a:cxnLst/>
              <a:rect r="r" b="b" t="t" l="l"/>
              <a:pathLst>
                <a:path h="315008" w="1093570">
                  <a:moveTo>
                    <a:pt x="135902" y="0"/>
                  </a:moveTo>
                  <a:lnTo>
                    <a:pt x="957668" y="0"/>
                  </a:lnTo>
                  <a:cubicBezTo>
                    <a:pt x="1032725" y="0"/>
                    <a:pt x="1093570" y="60845"/>
                    <a:pt x="1093570" y="135902"/>
                  </a:cubicBezTo>
                  <a:lnTo>
                    <a:pt x="1093570" y="179106"/>
                  </a:lnTo>
                  <a:cubicBezTo>
                    <a:pt x="1093570" y="254163"/>
                    <a:pt x="1032725" y="315008"/>
                    <a:pt x="957668" y="315008"/>
                  </a:cubicBezTo>
                  <a:lnTo>
                    <a:pt x="135902" y="315008"/>
                  </a:lnTo>
                  <a:cubicBezTo>
                    <a:pt x="60845" y="315008"/>
                    <a:pt x="0" y="254163"/>
                    <a:pt x="0" y="179106"/>
                  </a:cubicBezTo>
                  <a:lnTo>
                    <a:pt x="0" y="135902"/>
                  </a:lnTo>
                  <a:cubicBezTo>
                    <a:pt x="0" y="60845"/>
                    <a:pt x="60845" y="0"/>
                    <a:pt x="1359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85725"/>
              <a:ext cx="1093570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93426" y="8382258"/>
            <a:ext cx="2634014" cy="836891"/>
            <a:chOff x="0" y="0"/>
            <a:chExt cx="991450" cy="3150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91450" cy="315008"/>
            </a:xfrm>
            <a:custGeom>
              <a:avLst/>
              <a:gdLst/>
              <a:ahLst/>
              <a:cxnLst/>
              <a:rect r="r" b="b" t="t" l="l"/>
              <a:pathLst>
                <a:path h="315008" w="991450">
                  <a:moveTo>
                    <a:pt x="149900" y="0"/>
                  </a:moveTo>
                  <a:lnTo>
                    <a:pt x="841550" y="0"/>
                  </a:lnTo>
                  <a:cubicBezTo>
                    <a:pt x="881306" y="0"/>
                    <a:pt x="919434" y="15793"/>
                    <a:pt x="947545" y="43905"/>
                  </a:cubicBezTo>
                  <a:cubicBezTo>
                    <a:pt x="975657" y="72016"/>
                    <a:pt x="991450" y="110144"/>
                    <a:pt x="991450" y="149900"/>
                  </a:cubicBezTo>
                  <a:lnTo>
                    <a:pt x="991450" y="165108"/>
                  </a:lnTo>
                  <a:cubicBezTo>
                    <a:pt x="991450" y="204864"/>
                    <a:pt x="975657" y="242992"/>
                    <a:pt x="947545" y="271103"/>
                  </a:cubicBezTo>
                  <a:cubicBezTo>
                    <a:pt x="919434" y="299215"/>
                    <a:pt x="881306" y="315008"/>
                    <a:pt x="841550" y="315008"/>
                  </a:cubicBezTo>
                  <a:lnTo>
                    <a:pt x="149900" y="315008"/>
                  </a:lnTo>
                  <a:cubicBezTo>
                    <a:pt x="110144" y="315008"/>
                    <a:pt x="72016" y="299215"/>
                    <a:pt x="43905" y="271103"/>
                  </a:cubicBezTo>
                  <a:cubicBezTo>
                    <a:pt x="15793" y="242992"/>
                    <a:pt x="0" y="204864"/>
                    <a:pt x="0" y="165108"/>
                  </a:cubicBezTo>
                  <a:lnTo>
                    <a:pt x="0" y="149900"/>
                  </a:lnTo>
                  <a:cubicBezTo>
                    <a:pt x="0" y="110144"/>
                    <a:pt x="15793" y="72016"/>
                    <a:pt x="43905" y="43905"/>
                  </a:cubicBezTo>
                  <a:cubicBezTo>
                    <a:pt x="72016" y="15793"/>
                    <a:pt x="110144" y="0"/>
                    <a:pt x="1499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85725"/>
              <a:ext cx="991450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80088" y="7241340"/>
            <a:ext cx="3039627" cy="836891"/>
            <a:chOff x="0" y="0"/>
            <a:chExt cx="1144124" cy="3150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4124" cy="315008"/>
            </a:xfrm>
            <a:custGeom>
              <a:avLst/>
              <a:gdLst/>
              <a:ahLst/>
              <a:cxnLst/>
              <a:rect r="r" b="b" t="t" l="l"/>
              <a:pathLst>
                <a:path h="315008" w="1144124">
                  <a:moveTo>
                    <a:pt x="129897" y="0"/>
                  </a:moveTo>
                  <a:lnTo>
                    <a:pt x="1014227" y="0"/>
                  </a:lnTo>
                  <a:cubicBezTo>
                    <a:pt x="1048678" y="0"/>
                    <a:pt x="1081717" y="13686"/>
                    <a:pt x="1106078" y="38046"/>
                  </a:cubicBezTo>
                  <a:cubicBezTo>
                    <a:pt x="1130438" y="62406"/>
                    <a:pt x="1144124" y="95446"/>
                    <a:pt x="1144124" y="129897"/>
                  </a:cubicBezTo>
                  <a:lnTo>
                    <a:pt x="1144124" y="185111"/>
                  </a:lnTo>
                  <a:cubicBezTo>
                    <a:pt x="1144124" y="256851"/>
                    <a:pt x="1085967" y="315008"/>
                    <a:pt x="1014227" y="315008"/>
                  </a:cubicBezTo>
                  <a:lnTo>
                    <a:pt x="129897" y="315008"/>
                  </a:lnTo>
                  <a:cubicBezTo>
                    <a:pt x="95446" y="315008"/>
                    <a:pt x="62406" y="301322"/>
                    <a:pt x="38046" y="276962"/>
                  </a:cubicBezTo>
                  <a:cubicBezTo>
                    <a:pt x="13686" y="252602"/>
                    <a:pt x="0" y="219562"/>
                    <a:pt x="0" y="185111"/>
                  </a:cubicBezTo>
                  <a:lnTo>
                    <a:pt x="0" y="129897"/>
                  </a:lnTo>
                  <a:cubicBezTo>
                    <a:pt x="0" y="95446"/>
                    <a:pt x="13686" y="62406"/>
                    <a:pt x="38046" y="38046"/>
                  </a:cubicBezTo>
                  <a:cubicBezTo>
                    <a:pt x="62406" y="13686"/>
                    <a:pt x="95446" y="0"/>
                    <a:pt x="12989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85725"/>
              <a:ext cx="1144124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7089967" y="7241340"/>
            <a:ext cx="3398058" cy="836891"/>
            <a:chOff x="0" y="0"/>
            <a:chExt cx="1279038" cy="315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79038" cy="315008"/>
            </a:xfrm>
            <a:custGeom>
              <a:avLst/>
              <a:gdLst/>
              <a:ahLst/>
              <a:cxnLst/>
              <a:rect r="r" b="b" t="t" l="l"/>
              <a:pathLst>
                <a:path h="315008" w="1279038">
                  <a:moveTo>
                    <a:pt x="116195" y="0"/>
                  </a:moveTo>
                  <a:lnTo>
                    <a:pt x="1162843" y="0"/>
                  </a:lnTo>
                  <a:cubicBezTo>
                    <a:pt x="1193660" y="0"/>
                    <a:pt x="1223214" y="12242"/>
                    <a:pt x="1245005" y="34033"/>
                  </a:cubicBezTo>
                  <a:cubicBezTo>
                    <a:pt x="1266796" y="55824"/>
                    <a:pt x="1279038" y="85378"/>
                    <a:pt x="1279038" y="116195"/>
                  </a:cubicBezTo>
                  <a:lnTo>
                    <a:pt x="1279038" y="198813"/>
                  </a:lnTo>
                  <a:cubicBezTo>
                    <a:pt x="1279038" y="229630"/>
                    <a:pt x="1266796" y="259184"/>
                    <a:pt x="1245005" y="280975"/>
                  </a:cubicBezTo>
                  <a:cubicBezTo>
                    <a:pt x="1223214" y="302766"/>
                    <a:pt x="1193660" y="315008"/>
                    <a:pt x="1162843" y="315008"/>
                  </a:cubicBezTo>
                  <a:lnTo>
                    <a:pt x="116195" y="315008"/>
                  </a:lnTo>
                  <a:cubicBezTo>
                    <a:pt x="85378" y="315008"/>
                    <a:pt x="55824" y="302766"/>
                    <a:pt x="34033" y="280975"/>
                  </a:cubicBezTo>
                  <a:cubicBezTo>
                    <a:pt x="12242" y="259184"/>
                    <a:pt x="0" y="229630"/>
                    <a:pt x="0" y="198813"/>
                  </a:cubicBezTo>
                  <a:lnTo>
                    <a:pt x="0" y="116195"/>
                  </a:lnTo>
                  <a:cubicBezTo>
                    <a:pt x="0" y="85378"/>
                    <a:pt x="12242" y="55824"/>
                    <a:pt x="34033" y="34033"/>
                  </a:cubicBezTo>
                  <a:cubicBezTo>
                    <a:pt x="55824" y="12242"/>
                    <a:pt x="85378" y="0"/>
                    <a:pt x="116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85725"/>
              <a:ext cx="1279038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79840" y="8421409"/>
            <a:ext cx="2381272" cy="836891"/>
            <a:chOff x="0" y="0"/>
            <a:chExt cx="896317" cy="3150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317" cy="315008"/>
            </a:xfrm>
            <a:custGeom>
              <a:avLst/>
              <a:gdLst/>
              <a:ahLst/>
              <a:cxnLst/>
              <a:rect r="r" b="b" t="t" l="l"/>
              <a:pathLst>
                <a:path h="315008" w="896317">
                  <a:moveTo>
                    <a:pt x="157504" y="0"/>
                  </a:moveTo>
                  <a:lnTo>
                    <a:pt x="738813" y="0"/>
                  </a:lnTo>
                  <a:cubicBezTo>
                    <a:pt x="780586" y="0"/>
                    <a:pt x="820648" y="16594"/>
                    <a:pt x="850186" y="46132"/>
                  </a:cubicBezTo>
                  <a:cubicBezTo>
                    <a:pt x="879723" y="75670"/>
                    <a:pt x="896317" y="115731"/>
                    <a:pt x="896317" y="157504"/>
                  </a:cubicBezTo>
                  <a:lnTo>
                    <a:pt x="896317" y="157504"/>
                  </a:lnTo>
                  <a:cubicBezTo>
                    <a:pt x="896317" y="199277"/>
                    <a:pt x="879723" y="239338"/>
                    <a:pt x="850186" y="268876"/>
                  </a:cubicBezTo>
                  <a:cubicBezTo>
                    <a:pt x="820648" y="298414"/>
                    <a:pt x="780586" y="315008"/>
                    <a:pt x="738813" y="315008"/>
                  </a:cubicBezTo>
                  <a:lnTo>
                    <a:pt x="157504" y="315008"/>
                  </a:lnTo>
                  <a:cubicBezTo>
                    <a:pt x="115731" y="315008"/>
                    <a:pt x="75670" y="298414"/>
                    <a:pt x="46132" y="268876"/>
                  </a:cubicBezTo>
                  <a:cubicBezTo>
                    <a:pt x="16594" y="239338"/>
                    <a:pt x="0" y="199277"/>
                    <a:pt x="0" y="157504"/>
                  </a:cubicBezTo>
                  <a:lnTo>
                    <a:pt x="0" y="157504"/>
                  </a:lnTo>
                  <a:cubicBezTo>
                    <a:pt x="0" y="115731"/>
                    <a:pt x="16594" y="75670"/>
                    <a:pt x="46132" y="46132"/>
                  </a:cubicBezTo>
                  <a:cubicBezTo>
                    <a:pt x="75670" y="16594"/>
                    <a:pt x="115731" y="0"/>
                    <a:pt x="1575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85725"/>
              <a:ext cx="896317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000690" y="7241340"/>
            <a:ext cx="2748220" cy="836891"/>
            <a:chOff x="0" y="0"/>
            <a:chExt cx="1034437" cy="3150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34437" cy="315008"/>
            </a:xfrm>
            <a:custGeom>
              <a:avLst/>
              <a:gdLst/>
              <a:ahLst/>
              <a:cxnLst/>
              <a:rect r="r" b="b" t="t" l="l"/>
              <a:pathLst>
                <a:path h="315008" w="1034437">
                  <a:moveTo>
                    <a:pt x="143670" y="0"/>
                  </a:moveTo>
                  <a:lnTo>
                    <a:pt x="890767" y="0"/>
                  </a:lnTo>
                  <a:cubicBezTo>
                    <a:pt x="928871" y="0"/>
                    <a:pt x="965414" y="15137"/>
                    <a:pt x="992357" y="42080"/>
                  </a:cubicBezTo>
                  <a:cubicBezTo>
                    <a:pt x="1019300" y="69024"/>
                    <a:pt x="1034437" y="105567"/>
                    <a:pt x="1034437" y="143670"/>
                  </a:cubicBezTo>
                  <a:lnTo>
                    <a:pt x="1034437" y="171337"/>
                  </a:lnTo>
                  <a:cubicBezTo>
                    <a:pt x="1034437" y="250684"/>
                    <a:pt x="970114" y="315008"/>
                    <a:pt x="890767" y="315008"/>
                  </a:cubicBezTo>
                  <a:lnTo>
                    <a:pt x="143670" y="315008"/>
                  </a:lnTo>
                  <a:cubicBezTo>
                    <a:pt x="105567" y="315008"/>
                    <a:pt x="69024" y="299871"/>
                    <a:pt x="42080" y="272928"/>
                  </a:cubicBezTo>
                  <a:cubicBezTo>
                    <a:pt x="15137" y="245984"/>
                    <a:pt x="0" y="209441"/>
                    <a:pt x="0" y="171337"/>
                  </a:cubicBezTo>
                  <a:lnTo>
                    <a:pt x="0" y="143670"/>
                  </a:lnTo>
                  <a:cubicBezTo>
                    <a:pt x="0" y="105567"/>
                    <a:pt x="15137" y="69024"/>
                    <a:pt x="42080" y="42080"/>
                  </a:cubicBezTo>
                  <a:cubicBezTo>
                    <a:pt x="69024" y="15137"/>
                    <a:pt x="105567" y="0"/>
                    <a:pt x="1436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85725"/>
              <a:ext cx="1034437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15471" y="741541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24078" y="741541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97157" y="859548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05.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756774" y="8575913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06.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16973" y="8556337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07.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103821" y="741541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89974" y="859548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05490" y="741541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08102" y="7454363"/>
            <a:ext cx="261179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</a:t>
            </a:r>
            <a:r>
              <a:rPr lang="en-US" b="true" sz="21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Over</a:t>
            </a:r>
            <a:r>
              <a:rPr lang="en-US" b="true" sz="21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</a:t>
            </a:r>
            <a:r>
              <a:rPr lang="en-US" b="true" sz="2199" strike="noStrike" u="non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ew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716710" y="7454363"/>
            <a:ext cx="244767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Tech</a:t>
            </a:r>
            <a:r>
              <a:rPr lang="en-US" b="true" sz="2199" strike="noStrike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nology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489788" y="8634432"/>
            <a:ext cx="168689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Isolatio</a:t>
            </a:r>
            <a:r>
              <a:rPr lang="en-US" b="true" sz="2199" strike="noStrike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222202" y="8614856"/>
            <a:ext cx="2156924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Durability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09604" y="8595280"/>
            <a:ext cx="274518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Logging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899182" y="7454363"/>
            <a:ext cx="313310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Architectur</a:t>
            </a:r>
            <a:r>
              <a:rPr lang="en-US" b="true" sz="2199" strike="noStrike" u="none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92699" y="8614856"/>
            <a:ext cx="352637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Testing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00851" y="7454363"/>
            <a:ext cx="27019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Atomicity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867375" y="7241340"/>
            <a:ext cx="3041617" cy="836891"/>
            <a:chOff x="0" y="0"/>
            <a:chExt cx="1144873" cy="3150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44873" cy="315008"/>
            </a:xfrm>
            <a:custGeom>
              <a:avLst/>
              <a:gdLst/>
              <a:ahLst/>
              <a:cxnLst/>
              <a:rect r="r" b="b" t="t" l="l"/>
              <a:pathLst>
                <a:path h="315008" w="1144873">
                  <a:moveTo>
                    <a:pt x="129812" y="0"/>
                  </a:moveTo>
                  <a:lnTo>
                    <a:pt x="1015061" y="0"/>
                  </a:lnTo>
                  <a:cubicBezTo>
                    <a:pt x="1049489" y="0"/>
                    <a:pt x="1082507" y="13677"/>
                    <a:pt x="1106852" y="38021"/>
                  </a:cubicBezTo>
                  <a:cubicBezTo>
                    <a:pt x="1131196" y="62365"/>
                    <a:pt x="1144873" y="95384"/>
                    <a:pt x="1144873" y="129812"/>
                  </a:cubicBezTo>
                  <a:lnTo>
                    <a:pt x="1144873" y="185196"/>
                  </a:lnTo>
                  <a:cubicBezTo>
                    <a:pt x="1144873" y="256889"/>
                    <a:pt x="1086754" y="315008"/>
                    <a:pt x="1015061" y="315008"/>
                  </a:cubicBezTo>
                  <a:lnTo>
                    <a:pt x="129812" y="315008"/>
                  </a:lnTo>
                  <a:cubicBezTo>
                    <a:pt x="95384" y="315008"/>
                    <a:pt x="62365" y="301331"/>
                    <a:pt x="38021" y="276987"/>
                  </a:cubicBezTo>
                  <a:cubicBezTo>
                    <a:pt x="13677" y="252642"/>
                    <a:pt x="0" y="219624"/>
                    <a:pt x="0" y="185196"/>
                  </a:cubicBezTo>
                  <a:lnTo>
                    <a:pt x="0" y="129812"/>
                  </a:lnTo>
                  <a:cubicBezTo>
                    <a:pt x="0" y="58119"/>
                    <a:pt x="58119" y="0"/>
                    <a:pt x="1298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85725"/>
              <a:ext cx="1144873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4177509" y="741541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08.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964828" y="7454363"/>
            <a:ext cx="352637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Consistency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747073" y="8421409"/>
            <a:ext cx="2748220" cy="836891"/>
            <a:chOff x="0" y="0"/>
            <a:chExt cx="1034437" cy="3150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34437" cy="315008"/>
            </a:xfrm>
            <a:custGeom>
              <a:avLst/>
              <a:gdLst/>
              <a:ahLst/>
              <a:cxnLst/>
              <a:rect r="r" b="b" t="t" l="l"/>
              <a:pathLst>
                <a:path h="315008" w="1034437">
                  <a:moveTo>
                    <a:pt x="143670" y="0"/>
                  </a:moveTo>
                  <a:lnTo>
                    <a:pt x="890767" y="0"/>
                  </a:lnTo>
                  <a:cubicBezTo>
                    <a:pt x="928871" y="0"/>
                    <a:pt x="965414" y="15137"/>
                    <a:pt x="992357" y="42080"/>
                  </a:cubicBezTo>
                  <a:cubicBezTo>
                    <a:pt x="1019300" y="69024"/>
                    <a:pt x="1034437" y="105567"/>
                    <a:pt x="1034437" y="143670"/>
                  </a:cubicBezTo>
                  <a:lnTo>
                    <a:pt x="1034437" y="171337"/>
                  </a:lnTo>
                  <a:cubicBezTo>
                    <a:pt x="1034437" y="250684"/>
                    <a:pt x="970114" y="315008"/>
                    <a:pt x="890767" y="315008"/>
                  </a:cubicBezTo>
                  <a:lnTo>
                    <a:pt x="143670" y="315008"/>
                  </a:lnTo>
                  <a:cubicBezTo>
                    <a:pt x="105567" y="315008"/>
                    <a:pt x="69024" y="299871"/>
                    <a:pt x="42080" y="272928"/>
                  </a:cubicBezTo>
                  <a:cubicBezTo>
                    <a:pt x="15137" y="245984"/>
                    <a:pt x="0" y="209441"/>
                    <a:pt x="0" y="171337"/>
                  </a:cubicBezTo>
                  <a:lnTo>
                    <a:pt x="0" y="143670"/>
                  </a:lnTo>
                  <a:cubicBezTo>
                    <a:pt x="0" y="105567"/>
                    <a:pt x="15137" y="69024"/>
                    <a:pt x="42080" y="42080"/>
                  </a:cubicBezTo>
                  <a:cubicBezTo>
                    <a:pt x="69024" y="15137"/>
                    <a:pt x="105567" y="0"/>
                    <a:pt x="1436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85725"/>
              <a:ext cx="1034437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3051873" y="8595489"/>
            <a:ext cx="681061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3000" spc="-12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847234" y="8634432"/>
            <a:ext cx="270194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Demo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5752468" y="8421409"/>
            <a:ext cx="4283394" cy="836891"/>
            <a:chOff x="0" y="0"/>
            <a:chExt cx="1612281" cy="31500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12281" cy="315008"/>
            </a:xfrm>
            <a:custGeom>
              <a:avLst/>
              <a:gdLst/>
              <a:ahLst/>
              <a:cxnLst/>
              <a:rect r="r" b="b" t="t" l="l"/>
              <a:pathLst>
                <a:path h="315008" w="1612281">
                  <a:moveTo>
                    <a:pt x="92179" y="0"/>
                  </a:moveTo>
                  <a:lnTo>
                    <a:pt x="1520102" y="0"/>
                  </a:lnTo>
                  <a:cubicBezTo>
                    <a:pt x="1571011" y="0"/>
                    <a:pt x="1612281" y="41270"/>
                    <a:pt x="1612281" y="92179"/>
                  </a:cubicBezTo>
                  <a:lnTo>
                    <a:pt x="1612281" y="222829"/>
                  </a:lnTo>
                  <a:cubicBezTo>
                    <a:pt x="1612281" y="273738"/>
                    <a:pt x="1571011" y="315008"/>
                    <a:pt x="1520102" y="315008"/>
                  </a:cubicBezTo>
                  <a:lnTo>
                    <a:pt x="92179" y="315008"/>
                  </a:lnTo>
                  <a:cubicBezTo>
                    <a:pt x="41270" y="315008"/>
                    <a:pt x="0" y="273738"/>
                    <a:pt x="0" y="222829"/>
                  </a:cubicBezTo>
                  <a:lnTo>
                    <a:pt x="0" y="92179"/>
                  </a:lnTo>
                  <a:cubicBezTo>
                    <a:pt x="0" y="41270"/>
                    <a:pt x="41270" y="0"/>
                    <a:pt x="921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85725"/>
              <a:ext cx="1612281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-1801357" y="8401834"/>
            <a:ext cx="3041617" cy="836891"/>
            <a:chOff x="0" y="0"/>
            <a:chExt cx="1144873" cy="31500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44873" cy="315008"/>
            </a:xfrm>
            <a:custGeom>
              <a:avLst/>
              <a:gdLst/>
              <a:ahLst/>
              <a:cxnLst/>
              <a:rect r="r" b="b" t="t" l="l"/>
              <a:pathLst>
                <a:path h="315008" w="1144873">
                  <a:moveTo>
                    <a:pt x="129812" y="0"/>
                  </a:moveTo>
                  <a:lnTo>
                    <a:pt x="1015061" y="0"/>
                  </a:lnTo>
                  <a:cubicBezTo>
                    <a:pt x="1049489" y="0"/>
                    <a:pt x="1082507" y="13677"/>
                    <a:pt x="1106852" y="38021"/>
                  </a:cubicBezTo>
                  <a:cubicBezTo>
                    <a:pt x="1131196" y="62365"/>
                    <a:pt x="1144873" y="95384"/>
                    <a:pt x="1144873" y="129812"/>
                  </a:cubicBezTo>
                  <a:lnTo>
                    <a:pt x="1144873" y="185196"/>
                  </a:lnTo>
                  <a:cubicBezTo>
                    <a:pt x="1144873" y="256889"/>
                    <a:pt x="1086754" y="315008"/>
                    <a:pt x="1015061" y="315008"/>
                  </a:cubicBezTo>
                  <a:lnTo>
                    <a:pt x="129812" y="315008"/>
                  </a:lnTo>
                  <a:cubicBezTo>
                    <a:pt x="95384" y="315008"/>
                    <a:pt x="62365" y="301331"/>
                    <a:pt x="38021" y="276987"/>
                  </a:cubicBezTo>
                  <a:cubicBezTo>
                    <a:pt x="13677" y="252642"/>
                    <a:pt x="0" y="219624"/>
                    <a:pt x="0" y="185196"/>
                  </a:cubicBezTo>
                  <a:lnTo>
                    <a:pt x="0" y="129812"/>
                  </a:lnTo>
                  <a:cubicBezTo>
                    <a:pt x="0" y="58119"/>
                    <a:pt x="58119" y="0"/>
                    <a:pt x="1298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85725"/>
              <a:ext cx="1144873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-2014827" y="6236546"/>
            <a:ext cx="7154990" cy="1417989"/>
          </a:xfrm>
          <a:custGeom>
            <a:avLst/>
            <a:gdLst/>
            <a:ahLst/>
            <a:cxnLst/>
            <a:rect r="r" b="b" t="t" l="l"/>
            <a:pathLst>
              <a:path h="1417989" w="7154990">
                <a:moveTo>
                  <a:pt x="0" y="1417989"/>
                </a:moveTo>
                <a:lnTo>
                  <a:pt x="7154989" y="1417989"/>
                </a:lnTo>
                <a:lnTo>
                  <a:pt x="7154989" y="0"/>
                </a:lnTo>
                <a:lnTo>
                  <a:pt x="0" y="0"/>
                </a:lnTo>
                <a:lnTo>
                  <a:pt x="0" y="1417989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10800000">
            <a:off x="2228244" y="1711636"/>
            <a:ext cx="10165400" cy="2014597"/>
          </a:xfrm>
          <a:custGeom>
            <a:avLst/>
            <a:gdLst/>
            <a:ahLst/>
            <a:cxnLst/>
            <a:rect r="r" b="b" t="t" l="l"/>
            <a:pathLst>
              <a:path h="2014597" w="10165400">
                <a:moveTo>
                  <a:pt x="0" y="2014597"/>
                </a:moveTo>
                <a:lnTo>
                  <a:pt x="10165400" y="2014597"/>
                </a:lnTo>
                <a:lnTo>
                  <a:pt x="10165400" y="0"/>
                </a:lnTo>
                <a:lnTo>
                  <a:pt x="0" y="0"/>
                </a:lnTo>
                <a:lnTo>
                  <a:pt x="0" y="2014597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33988" y="3934725"/>
            <a:ext cx="9780873" cy="5831575"/>
            <a:chOff x="0" y="0"/>
            <a:chExt cx="2073530" cy="12362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3530" cy="1236285"/>
            </a:xfrm>
            <a:custGeom>
              <a:avLst/>
              <a:gdLst/>
              <a:ahLst/>
              <a:cxnLst/>
              <a:rect r="r" b="b" t="t" l="l"/>
              <a:pathLst>
                <a:path h="1236285" w="2073530">
                  <a:moveTo>
                    <a:pt x="40368" y="0"/>
                  </a:moveTo>
                  <a:lnTo>
                    <a:pt x="2033162" y="0"/>
                  </a:lnTo>
                  <a:cubicBezTo>
                    <a:pt x="2043868" y="0"/>
                    <a:pt x="2054136" y="4253"/>
                    <a:pt x="2061706" y="11824"/>
                  </a:cubicBezTo>
                  <a:cubicBezTo>
                    <a:pt x="2069277" y="19394"/>
                    <a:pt x="2073530" y="29662"/>
                    <a:pt x="2073530" y="40368"/>
                  </a:cubicBezTo>
                  <a:lnTo>
                    <a:pt x="2073530" y="1195917"/>
                  </a:lnTo>
                  <a:cubicBezTo>
                    <a:pt x="2073530" y="1206623"/>
                    <a:pt x="2069277" y="1216891"/>
                    <a:pt x="2061706" y="1224461"/>
                  </a:cubicBezTo>
                  <a:cubicBezTo>
                    <a:pt x="2054136" y="1232032"/>
                    <a:pt x="2043868" y="1236285"/>
                    <a:pt x="2033162" y="1236285"/>
                  </a:cubicBezTo>
                  <a:lnTo>
                    <a:pt x="40368" y="1236285"/>
                  </a:lnTo>
                  <a:cubicBezTo>
                    <a:pt x="29662" y="1236285"/>
                    <a:pt x="19394" y="1232032"/>
                    <a:pt x="11824" y="1224461"/>
                  </a:cubicBezTo>
                  <a:cubicBezTo>
                    <a:pt x="4253" y="1216891"/>
                    <a:pt x="0" y="1206623"/>
                    <a:pt x="0" y="1195917"/>
                  </a:cubicBezTo>
                  <a:lnTo>
                    <a:pt x="0" y="40368"/>
                  </a:lnTo>
                  <a:cubicBezTo>
                    <a:pt x="0" y="29662"/>
                    <a:pt x="4253" y="19394"/>
                    <a:pt x="11824" y="11824"/>
                  </a:cubicBezTo>
                  <a:cubicBezTo>
                    <a:pt x="19394" y="4253"/>
                    <a:pt x="29662" y="0"/>
                    <a:pt x="403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073530" cy="1150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982597" y="484439"/>
            <a:ext cx="10083044" cy="324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1"/>
              </a:lnSpc>
            </a:pPr>
            <a:r>
              <a:rPr lang="en-US" b="true" sz="10864" spc="-45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Project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71662" y="4151331"/>
            <a:ext cx="7768403" cy="105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9"/>
              </a:lnSpc>
            </a:pPr>
            <a:r>
              <a:rPr lang="en-US" b="true" sz="7101" spc="-298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Bank of CLI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69442" y="5553338"/>
            <a:ext cx="8466599" cy="440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3200" spc="-73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Bank of CLI - A functional banking application that runs entirely within the terminal.</a:t>
            </a:r>
          </a:p>
          <a:p>
            <a:pPr algn="l">
              <a:lnSpc>
                <a:spcPts val="4352"/>
              </a:lnSpc>
            </a:pPr>
          </a:p>
          <a:p>
            <a:pPr algn="l">
              <a:lnSpc>
                <a:spcPts val="4352"/>
              </a:lnSpc>
            </a:pPr>
            <a:r>
              <a:rPr lang="en-US" sz="3200" spc="-73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Features a simple CLI that allows the user to interact with the banking services such as depositing, withdrawing, or transferring money.</a:t>
            </a:r>
          </a:p>
          <a:p>
            <a:pPr algn="l">
              <a:lnSpc>
                <a:spcPts val="4352"/>
              </a:lnSpc>
            </a:pPr>
          </a:p>
        </p:txBody>
      </p:sp>
      <p:sp>
        <p:nvSpPr>
          <p:cNvPr name="AutoShape 17" id="17"/>
          <p:cNvSpPr/>
          <p:nvPr/>
        </p:nvSpPr>
        <p:spPr>
          <a:xfrm>
            <a:off x="1969442" y="5226909"/>
            <a:ext cx="8466599" cy="0"/>
          </a:xfrm>
          <a:prstGeom prst="line">
            <a:avLst/>
          </a:prstGeom>
          <a:ln cap="flat" w="38100">
            <a:solidFill>
              <a:srgbClr val="0E063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3587780" y="5089383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836906"/>
            <a:ext cx="8547528" cy="1641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2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28488" y="2870498"/>
            <a:ext cx="4791717" cy="1538272"/>
            <a:chOff x="0" y="0"/>
            <a:chExt cx="1467210" cy="4710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7210" cy="471014"/>
            </a:xfrm>
            <a:custGeom>
              <a:avLst/>
              <a:gdLst/>
              <a:ahLst/>
              <a:cxnLst/>
              <a:rect r="r" b="b" t="t" l="l"/>
              <a:pathLst>
                <a:path h="471014" w="1467210">
                  <a:moveTo>
                    <a:pt x="82400" y="0"/>
                  </a:moveTo>
                  <a:lnTo>
                    <a:pt x="1384810" y="0"/>
                  </a:lnTo>
                  <a:cubicBezTo>
                    <a:pt x="1406664" y="0"/>
                    <a:pt x="1427623" y="8681"/>
                    <a:pt x="1443076" y="24134"/>
                  </a:cubicBezTo>
                  <a:cubicBezTo>
                    <a:pt x="1458529" y="39587"/>
                    <a:pt x="1467210" y="60546"/>
                    <a:pt x="1467210" y="82400"/>
                  </a:cubicBezTo>
                  <a:lnTo>
                    <a:pt x="1467210" y="388614"/>
                  </a:lnTo>
                  <a:cubicBezTo>
                    <a:pt x="1467210" y="410468"/>
                    <a:pt x="1458529" y="431427"/>
                    <a:pt x="1443076" y="446880"/>
                  </a:cubicBezTo>
                  <a:cubicBezTo>
                    <a:pt x="1427623" y="462333"/>
                    <a:pt x="1406664" y="471014"/>
                    <a:pt x="1384810" y="471014"/>
                  </a:cubicBezTo>
                  <a:lnTo>
                    <a:pt x="82400" y="471014"/>
                  </a:lnTo>
                  <a:cubicBezTo>
                    <a:pt x="60546" y="471014"/>
                    <a:pt x="39587" y="462333"/>
                    <a:pt x="24134" y="446880"/>
                  </a:cubicBezTo>
                  <a:cubicBezTo>
                    <a:pt x="8681" y="431427"/>
                    <a:pt x="0" y="410468"/>
                    <a:pt x="0" y="388614"/>
                  </a:cubicBezTo>
                  <a:lnTo>
                    <a:pt x="0" y="82400"/>
                  </a:lnTo>
                  <a:cubicBezTo>
                    <a:pt x="0" y="60546"/>
                    <a:pt x="8681" y="39587"/>
                    <a:pt x="24134" y="24134"/>
                  </a:cubicBezTo>
                  <a:cubicBezTo>
                    <a:pt x="39587" y="8681"/>
                    <a:pt x="60546" y="0"/>
                    <a:pt x="82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1467210" cy="385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42247" y="2870498"/>
            <a:ext cx="5174523" cy="1538272"/>
            <a:chOff x="0" y="0"/>
            <a:chExt cx="1584424" cy="4710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84424" cy="471014"/>
            </a:xfrm>
            <a:custGeom>
              <a:avLst/>
              <a:gdLst/>
              <a:ahLst/>
              <a:cxnLst/>
              <a:rect r="r" b="b" t="t" l="l"/>
              <a:pathLst>
                <a:path h="471014" w="1584424">
                  <a:moveTo>
                    <a:pt x="76304" y="0"/>
                  </a:moveTo>
                  <a:lnTo>
                    <a:pt x="1508120" y="0"/>
                  </a:lnTo>
                  <a:cubicBezTo>
                    <a:pt x="1528357" y="0"/>
                    <a:pt x="1547765" y="8039"/>
                    <a:pt x="1562075" y="22349"/>
                  </a:cubicBezTo>
                  <a:cubicBezTo>
                    <a:pt x="1576385" y="36659"/>
                    <a:pt x="1584424" y="56067"/>
                    <a:pt x="1584424" y="76304"/>
                  </a:cubicBezTo>
                  <a:lnTo>
                    <a:pt x="1584424" y="394710"/>
                  </a:lnTo>
                  <a:cubicBezTo>
                    <a:pt x="1584424" y="414947"/>
                    <a:pt x="1576385" y="434356"/>
                    <a:pt x="1562075" y="448665"/>
                  </a:cubicBezTo>
                  <a:cubicBezTo>
                    <a:pt x="1547765" y="462975"/>
                    <a:pt x="1528357" y="471014"/>
                    <a:pt x="1508120" y="471014"/>
                  </a:cubicBezTo>
                  <a:lnTo>
                    <a:pt x="76304" y="471014"/>
                  </a:lnTo>
                  <a:cubicBezTo>
                    <a:pt x="56067" y="471014"/>
                    <a:pt x="36659" y="462975"/>
                    <a:pt x="22349" y="448665"/>
                  </a:cubicBezTo>
                  <a:cubicBezTo>
                    <a:pt x="8039" y="434356"/>
                    <a:pt x="0" y="414947"/>
                    <a:pt x="0" y="394710"/>
                  </a:cubicBezTo>
                  <a:lnTo>
                    <a:pt x="0" y="76304"/>
                  </a:lnTo>
                  <a:cubicBezTo>
                    <a:pt x="0" y="56067"/>
                    <a:pt x="8039" y="36659"/>
                    <a:pt x="22349" y="22349"/>
                  </a:cubicBezTo>
                  <a:cubicBezTo>
                    <a:pt x="36659" y="8039"/>
                    <a:pt x="56067" y="0"/>
                    <a:pt x="763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1584424" cy="385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28488" y="4888835"/>
            <a:ext cx="5348525" cy="1538272"/>
            <a:chOff x="0" y="0"/>
            <a:chExt cx="1637703" cy="47101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37703" cy="471014"/>
            </a:xfrm>
            <a:custGeom>
              <a:avLst/>
              <a:gdLst/>
              <a:ahLst/>
              <a:cxnLst/>
              <a:rect r="r" b="b" t="t" l="l"/>
              <a:pathLst>
                <a:path h="471014" w="1637703">
                  <a:moveTo>
                    <a:pt x="73822" y="0"/>
                  </a:moveTo>
                  <a:lnTo>
                    <a:pt x="1563881" y="0"/>
                  </a:lnTo>
                  <a:cubicBezTo>
                    <a:pt x="1583460" y="0"/>
                    <a:pt x="1602237" y="7778"/>
                    <a:pt x="1616081" y="21622"/>
                  </a:cubicBezTo>
                  <a:cubicBezTo>
                    <a:pt x="1629925" y="35466"/>
                    <a:pt x="1637703" y="54243"/>
                    <a:pt x="1637703" y="73822"/>
                  </a:cubicBezTo>
                  <a:lnTo>
                    <a:pt x="1637703" y="397193"/>
                  </a:lnTo>
                  <a:cubicBezTo>
                    <a:pt x="1637703" y="416771"/>
                    <a:pt x="1629925" y="435548"/>
                    <a:pt x="1616081" y="449392"/>
                  </a:cubicBezTo>
                  <a:cubicBezTo>
                    <a:pt x="1602237" y="463237"/>
                    <a:pt x="1583460" y="471014"/>
                    <a:pt x="1563881" y="471014"/>
                  </a:cubicBezTo>
                  <a:lnTo>
                    <a:pt x="73822" y="471014"/>
                  </a:lnTo>
                  <a:cubicBezTo>
                    <a:pt x="54243" y="471014"/>
                    <a:pt x="35466" y="463237"/>
                    <a:pt x="21622" y="449392"/>
                  </a:cubicBezTo>
                  <a:cubicBezTo>
                    <a:pt x="7778" y="435548"/>
                    <a:pt x="0" y="416771"/>
                    <a:pt x="0" y="397193"/>
                  </a:cubicBezTo>
                  <a:lnTo>
                    <a:pt x="0" y="73822"/>
                  </a:lnTo>
                  <a:cubicBezTo>
                    <a:pt x="0" y="54243"/>
                    <a:pt x="7778" y="35466"/>
                    <a:pt x="21622" y="21622"/>
                  </a:cubicBezTo>
                  <a:cubicBezTo>
                    <a:pt x="35466" y="7778"/>
                    <a:pt x="54243" y="0"/>
                    <a:pt x="738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85725"/>
              <a:ext cx="1637703" cy="385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19733" y="4888835"/>
            <a:ext cx="4791717" cy="1538272"/>
            <a:chOff x="0" y="0"/>
            <a:chExt cx="1467210" cy="47101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7210" cy="471014"/>
            </a:xfrm>
            <a:custGeom>
              <a:avLst/>
              <a:gdLst/>
              <a:ahLst/>
              <a:cxnLst/>
              <a:rect r="r" b="b" t="t" l="l"/>
              <a:pathLst>
                <a:path h="471014" w="1467210">
                  <a:moveTo>
                    <a:pt x="82400" y="0"/>
                  </a:moveTo>
                  <a:lnTo>
                    <a:pt x="1384810" y="0"/>
                  </a:lnTo>
                  <a:cubicBezTo>
                    <a:pt x="1406664" y="0"/>
                    <a:pt x="1427623" y="8681"/>
                    <a:pt x="1443076" y="24134"/>
                  </a:cubicBezTo>
                  <a:cubicBezTo>
                    <a:pt x="1458529" y="39587"/>
                    <a:pt x="1467210" y="60546"/>
                    <a:pt x="1467210" y="82400"/>
                  </a:cubicBezTo>
                  <a:lnTo>
                    <a:pt x="1467210" y="388614"/>
                  </a:lnTo>
                  <a:cubicBezTo>
                    <a:pt x="1467210" y="410468"/>
                    <a:pt x="1458529" y="431427"/>
                    <a:pt x="1443076" y="446880"/>
                  </a:cubicBezTo>
                  <a:cubicBezTo>
                    <a:pt x="1427623" y="462333"/>
                    <a:pt x="1406664" y="471014"/>
                    <a:pt x="1384810" y="471014"/>
                  </a:cubicBezTo>
                  <a:lnTo>
                    <a:pt x="82400" y="471014"/>
                  </a:lnTo>
                  <a:cubicBezTo>
                    <a:pt x="60546" y="471014"/>
                    <a:pt x="39587" y="462333"/>
                    <a:pt x="24134" y="446880"/>
                  </a:cubicBezTo>
                  <a:cubicBezTo>
                    <a:pt x="8681" y="431427"/>
                    <a:pt x="0" y="410468"/>
                    <a:pt x="0" y="388614"/>
                  </a:cubicBezTo>
                  <a:lnTo>
                    <a:pt x="0" y="82400"/>
                  </a:lnTo>
                  <a:cubicBezTo>
                    <a:pt x="0" y="60546"/>
                    <a:pt x="8681" y="39587"/>
                    <a:pt x="24134" y="24134"/>
                  </a:cubicBezTo>
                  <a:cubicBezTo>
                    <a:pt x="39587" y="8681"/>
                    <a:pt x="60546" y="0"/>
                    <a:pt x="82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85725"/>
              <a:ext cx="1467210" cy="385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28488" y="6919036"/>
            <a:ext cx="4949399" cy="2192252"/>
            <a:chOff x="0" y="0"/>
            <a:chExt cx="1515492" cy="6712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15492" cy="671261"/>
            </a:xfrm>
            <a:custGeom>
              <a:avLst/>
              <a:gdLst/>
              <a:ahLst/>
              <a:cxnLst/>
              <a:rect r="r" b="b" t="t" l="l"/>
              <a:pathLst>
                <a:path h="671261" w="1515492">
                  <a:moveTo>
                    <a:pt x="79775" y="0"/>
                  </a:moveTo>
                  <a:lnTo>
                    <a:pt x="1435717" y="0"/>
                  </a:lnTo>
                  <a:cubicBezTo>
                    <a:pt x="1456875" y="0"/>
                    <a:pt x="1477166" y="8405"/>
                    <a:pt x="1492126" y="23366"/>
                  </a:cubicBezTo>
                  <a:cubicBezTo>
                    <a:pt x="1507087" y="38326"/>
                    <a:pt x="1515492" y="58617"/>
                    <a:pt x="1515492" y="79775"/>
                  </a:cubicBezTo>
                  <a:lnTo>
                    <a:pt x="1515492" y="591486"/>
                  </a:lnTo>
                  <a:cubicBezTo>
                    <a:pt x="1515492" y="612644"/>
                    <a:pt x="1507087" y="632935"/>
                    <a:pt x="1492126" y="647896"/>
                  </a:cubicBezTo>
                  <a:cubicBezTo>
                    <a:pt x="1477166" y="662856"/>
                    <a:pt x="1456875" y="671261"/>
                    <a:pt x="1435717" y="671261"/>
                  </a:cubicBezTo>
                  <a:lnTo>
                    <a:pt x="79775" y="671261"/>
                  </a:lnTo>
                  <a:cubicBezTo>
                    <a:pt x="58617" y="671261"/>
                    <a:pt x="38326" y="662856"/>
                    <a:pt x="23366" y="647896"/>
                  </a:cubicBezTo>
                  <a:cubicBezTo>
                    <a:pt x="8405" y="632935"/>
                    <a:pt x="0" y="612644"/>
                    <a:pt x="0" y="591486"/>
                  </a:cubicBezTo>
                  <a:lnTo>
                    <a:pt x="0" y="79775"/>
                  </a:lnTo>
                  <a:cubicBezTo>
                    <a:pt x="0" y="58617"/>
                    <a:pt x="8405" y="38326"/>
                    <a:pt x="23366" y="23366"/>
                  </a:cubicBezTo>
                  <a:cubicBezTo>
                    <a:pt x="38326" y="8405"/>
                    <a:pt x="58617" y="0"/>
                    <a:pt x="797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85725"/>
              <a:ext cx="1515492" cy="585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15331" y="7015154"/>
            <a:ext cx="5000520" cy="2060279"/>
            <a:chOff x="0" y="0"/>
            <a:chExt cx="1531145" cy="6308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31145" cy="630851"/>
            </a:xfrm>
            <a:custGeom>
              <a:avLst/>
              <a:gdLst/>
              <a:ahLst/>
              <a:cxnLst/>
              <a:rect r="r" b="b" t="t" l="l"/>
              <a:pathLst>
                <a:path h="630851" w="1531145">
                  <a:moveTo>
                    <a:pt x="78959" y="0"/>
                  </a:moveTo>
                  <a:lnTo>
                    <a:pt x="1452186" y="0"/>
                  </a:lnTo>
                  <a:cubicBezTo>
                    <a:pt x="1495794" y="0"/>
                    <a:pt x="1531145" y="35351"/>
                    <a:pt x="1531145" y="78959"/>
                  </a:cubicBezTo>
                  <a:lnTo>
                    <a:pt x="1531145" y="551892"/>
                  </a:lnTo>
                  <a:cubicBezTo>
                    <a:pt x="1531145" y="572833"/>
                    <a:pt x="1522826" y="592917"/>
                    <a:pt x="1508018" y="607725"/>
                  </a:cubicBezTo>
                  <a:cubicBezTo>
                    <a:pt x="1493211" y="622533"/>
                    <a:pt x="1473127" y="630851"/>
                    <a:pt x="1452186" y="630851"/>
                  </a:cubicBezTo>
                  <a:lnTo>
                    <a:pt x="78959" y="630851"/>
                  </a:lnTo>
                  <a:cubicBezTo>
                    <a:pt x="35351" y="630851"/>
                    <a:pt x="0" y="595500"/>
                    <a:pt x="0" y="551892"/>
                  </a:cubicBezTo>
                  <a:lnTo>
                    <a:pt x="0" y="78959"/>
                  </a:lnTo>
                  <a:cubicBezTo>
                    <a:pt x="0" y="35351"/>
                    <a:pt x="35351" y="0"/>
                    <a:pt x="789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85725"/>
              <a:ext cx="1531145" cy="545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392817" y="7402957"/>
            <a:ext cx="4314232" cy="141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Version Constrol:</a:t>
            </a:r>
          </a:p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Git &amp; Github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019733" y="3258301"/>
            <a:ext cx="4314232" cy="6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Build Tool: Maven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5973" y="5276638"/>
            <a:ext cx="4636273" cy="6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"/>
                <a:ea typeface="Open Sauce"/>
                <a:cs typeface="Open Sauce"/>
                <a:sym typeface="Open Sauce"/>
              </a:rPr>
              <a:t>Database: Postgre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97218" y="5276638"/>
            <a:ext cx="3836746" cy="6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Testing: JUnit 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05973" y="7306839"/>
            <a:ext cx="4314232" cy="141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Logging: Logback &amp; SLF4J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05973" y="3258301"/>
            <a:ext cx="3836746" cy="6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Language: Java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457765">
            <a:off x="-425717" y="-9272866"/>
            <a:ext cx="19140231" cy="191402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457765">
            <a:off x="2148368" y="-6538878"/>
            <a:ext cx="13929461" cy="139294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34198" y="3161535"/>
            <a:ext cx="12025711" cy="2103785"/>
            <a:chOff x="0" y="0"/>
            <a:chExt cx="4526510" cy="7918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26510" cy="791870"/>
            </a:xfrm>
            <a:custGeom>
              <a:avLst/>
              <a:gdLst/>
              <a:ahLst/>
              <a:cxnLst/>
              <a:rect r="r" b="b" t="t" l="l"/>
              <a:pathLst>
                <a:path h="791870" w="4526510">
                  <a:moveTo>
                    <a:pt x="32833" y="0"/>
                  </a:moveTo>
                  <a:lnTo>
                    <a:pt x="4493677" y="0"/>
                  </a:lnTo>
                  <a:cubicBezTo>
                    <a:pt x="4511810" y="0"/>
                    <a:pt x="4526510" y="14700"/>
                    <a:pt x="4526510" y="32833"/>
                  </a:cubicBezTo>
                  <a:lnTo>
                    <a:pt x="4526510" y="759037"/>
                  </a:lnTo>
                  <a:cubicBezTo>
                    <a:pt x="4526510" y="777170"/>
                    <a:pt x="4511810" y="791870"/>
                    <a:pt x="4493677" y="791870"/>
                  </a:cubicBezTo>
                  <a:lnTo>
                    <a:pt x="32833" y="791870"/>
                  </a:lnTo>
                  <a:cubicBezTo>
                    <a:pt x="14700" y="791870"/>
                    <a:pt x="0" y="777170"/>
                    <a:pt x="0" y="759037"/>
                  </a:cubicBezTo>
                  <a:lnTo>
                    <a:pt x="0" y="32833"/>
                  </a:lnTo>
                  <a:cubicBezTo>
                    <a:pt x="0" y="14700"/>
                    <a:pt x="14700" y="0"/>
                    <a:pt x="3283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4526510" cy="70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4198" y="3161535"/>
            <a:ext cx="1672649" cy="2103785"/>
            <a:chOff x="0" y="0"/>
            <a:chExt cx="629590" cy="7918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9590" cy="791870"/>
            </a:xfrm>
            <a:custGeom>
              <a:avLst/>
              <a:gdLst/>
              <a:ahLst/>
              <a:cxnLst/>
              <a:rect r="r" b="b" t="t" l="l"/>
              <a:pathLst>
                <a:path h="791870" w="629590">
                  <a:moveTo>
                    <a:pt x="236055" y="0"/>
                  </a:moveTo>
                  <a:lnTo>
                    <a:pt x="393534" y="0"/>
                  </a:lnTo>
                  <a:cubicBezTo>
                    <a:pt x="456140" y="0"/>
                    <a:pt x="516182" y="24870"/>
                    <a:pt x="560451" y="69139"/>
                  </a:cubicBezTo>
                  <a:cubicBezTo>
                    <a:pt x="604720" y="113408"/>
                    <a:pt x="629590" y="173450"/>
                    <a:pt x="629590" y="236055"/>
                  </a:cubicBezTo>
                  <a:lnTo>
                    <a:pt x="629590" y="555815"/>
                  </a:lnTo>
                  <a:cubicBezTo>
                    <a:pt x="629590" y="618421"/>
                    <a:pt x="604720" y="678462"/>
                    <a:pt x="560451" y="722731"/>
                  </a:cubicBezTo>
                  <a:cubicBezTo>
                    <a:pt x="516182" y="767000"/>
                    <a:pt x="456140" y="791870"/>
                    <a:pt x="393534" y="791870"/>
                  </a:cubicBezTo>
                  <a:lnTo>
                    <a:pt x="236055" y="791870"/>
                  </a:lnTo>
                  <a:cubicBezTo>
                    <a:pt x="173450" y="791870"/>
                    <a:pt x="113408" y="767000"/>
                    <a:pt x="69139" y="722731"/>
                  </a:cubicBezTo>
                  <a:cubicBezTo>
                    <a:pt x="24870" y="678462"/>
                    <a:pt x="0" y="618421"/>
                    <a:pt x="0" y="555815"/>
                  </a:cubicBezTo>
                  <a:lnTo>
                    <a:pt x="0" y="236055"/>
                  </a:lnTo>
                  <a:cubicBezTo>
                    <a:pt x="0" y="173450"/>
                    <a:pt x="24870" y="113408"/>
                    <a:pt x="69139" y="69139"/>
                  </a:cubicBezTo>
                  <a:cubicBezTo>
                    <a:pt x="113408" y="24870"/>
                    <a:pt x="173450" y="0"/>
                    <a:pt x="23605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5B4FF">
                    <a:alpha val="100000"/>
                  </a:srgbClr>
                </a:gs>
                <a:gs pos="100000">
                  <a:srgbClr val="E393EF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89759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629590" cy="70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9922" y="5486573"/>
            <a:ext cx="11339988" cy="2103785"/>
            <a:chOff x="0" y="0"/>
            <a:chExt cx="4268402" cy="7918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68401" cy="791870"/>
            </a:xfrm>
            <a:custGeom>
              <a:avLst/>
              <a:gdLst/>
              <a:ahLst/>
              <a:cxnLst/>
              <a:rect r="r" b="b" t="t" l="l"/>
              <a:pathLst>
                <a:path h="791870" w="4268401">
                  <a:moveTo>
                    <a:pt x="34818" y="0"/>
                  </a:moveTo>
                  <a:lnTo>
                    <a:pt x="4233583" y="0"/>
                  </a:lnTo>
                  <a:cubicBezTo>
                    <a:pt x="4242818" y="0"/>
                    <a:pt x="4251674" y="3668"/>
                    <a:pt x="4258204" y="10198"/>
                  </a:cubicBezTo>
                  <a:cubicBezTo>
                    <a:pt x="4264733" y="16728"/>
                    <a:pt x="4268401" y="25584"/>
                    <a:pt x="4268401" y="34818"/>
                  </a:cubicBezTo>
                  <a:lnTo>
                    <a:pt x="4268401" y="757052"/>
                  </a:lnTo>
                  <a:cubicBezTo>
                    <a:pt x="4268401" y="766286"/>
                    <a:pt x="4264733" y="775143"/>
                    <a:pt x="4258204" y="781672"/>
                  </a:cubicBezTo>
                  <a:cubicBezTo>
                    <a:pt x="4251674" y="788202"/>
                    <a:pt x="4242818" y="791870"/>
                    <a:pt x="4233583" y="791870"/>
                  </a:cubicBezTo>
                  <a:lnTo>
                    <a:pt x="34818" y="791870"/>
                  </a:lnTo>
                  <a:cubicBezTo>
                    <a:pt x="25584" y="791870"/>
                    <a:pt x="16728" y="788202"/>
                    <a:pt x="10198" y="781672"/>
                  </a:cubicBezTo>
                  <a:cubicBezTo>
                    <a:pt x="3668" y="775143"/>
                    <a:pt x="0" y="766286"/>
                    <a:pt x="0" y="757052"/>
                  </a:cubicBezTo>
                  <a:lnTo>
                    <a:pt x="0" y="34818"/>
                  </a:lnTo>
                  <a:cubicBezTo>
                    <a:pt x="0" y="25584"/>
                    <a:pt x="3668" y="16728"/>
                    <a:pt x="10198" y="10198"/>
                  </a:cubicBezTo>
                  <a:cubicBezTo>
                    <a:pt x="16728" y="3668"/>
                    <a:pt x="25584" y="0"/>
                    <a:pt x="348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85725"/>
              <a:ext cx="4268402" cy="70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9922" y="5486573"/>
            <a:ext cx="2512655" cy="2103785"/>
            <a:chOff x="0" y="0"/>
            <a:chExt cx="780808" cy="653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0808" cy="653752"/>
            </a:xfrm>
            <a:custGeom>
              <a:avLst/>
              <a:gdLst/>
              <a:ahLst/>
              <a:cxnLst/>
              <a:rect r="r" b="b" t="t" l="l"/>
              <a:pathLst>
                <a:path h="653752" w="780808">
                  <a:moveTo>
                    <a:pt x="157140" y="0"/>
                  </a:moveTo>
                  <a:lnTo>
                    <a:pt x="623669" y="0"/>
                  </a:lnTo>
                  <a:cubicBezTo>
                    <a:pt x="665345" y="0"/>
                    <a:pt x="705314" y="16556"/>
                    <a:pt x="734783" y="46025"/>
                  </a:cubicBezTo>
                  <a:cubicBezTo>
                    <a:pt x="764253" y="75495"/>
                    <a:pt x="780808" y="115464"/>
                    <a:pt x="780808" y="157140"/>
                  </a:cubicBezTo>
                  <a:lnTo>
                    <a:pt x="780808" y="496612"/>
                  </a:lnTo>
                  <a:cubicBezTo>
                    <a:pt x="780808" y="538288"/>
                    <a:pt x="764253" y="578257"/>
                    <a:pt x="734783" y="607727"/>
                  </a:cubicBezTo>
                  <a:cubicBezTo>
                    <a:pt x="705314" y="637196"/>
                    <a:pt x="665345" y="653752"/>
                    <a:pt x="623669" y="653752"/>
                  </a:cubicBezTo>
                  <a:lnTo>
                    <a:pt x="157140" y="653752"/>
                  </a:lnTo>
                  <a:cubicBezTo>
                    <a:pt x="115464" y="653752"/>
                    <a:pt x="75495" y="637196"/>
                    <a:pt x="46025" y="607727"/>
                  </a:cubicBezTo>
                  <a:cubicBezTo>
                    <a:pt x="16556" y="578257"/>
                    <a:pt x="0" y="538288"/>
                    <a:pt x="0" y="496612"/>
                  </a:cubicBezTo>
                  <a:lnTo>
                    <a:pt x="0" y="157140"/>
                  </a:lnTo>
                  <a:cubicBezTo>
                    <a:pt x="0" y="115464"/>
                    <a:pt x="16556" y="75495"/>
                    <a:pt x="46025" y="46025"/>
                  </a:cubicBezTo>
                  <a:cubicBezTo>
                    <a:pt x="75495" y="16556"/>
                    <a:pt x="115464" y="0"/>
                    <a:pt x="1571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245C4">
                    <a:alpha val="100000"/>
                  </a:srgbClr>
                </a:gs>
                <a:gs pos="100000">
                  <a:srgbClr val="AD64DD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897592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85725"/>
              <a:ext cx="780808" cy="56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05645" y="7811610"/>
            <a:ext cx="10654265" cy="2103785"/>
            <a:chOff x="0" y="0"/>
            <a:chExt cx="4010294" cy="7918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10294" cy="791870"/>
            </a:xfrm>
            <a:custGeom>
              <a:avLst/>
              <a:gdLst/>
              <a:ahLst/>
              <a:cxnLst/>
              <a:rect r="r" b="b" t="t" l="l"/>
              <a:pathLst>
                <a:path h="791870" w="4010294">
                  <a:moveTo>
                    <a:pt x="37059" y="0"/>
                  </a:moveTo>
                  <a:lnTo>
                    <a:pt x="3973235" y="0"/>
                  </a:lnTo>
                  <a:cubicBezTo>
                    <a:pt x="3993702" y="0"/>
                    <a:pt x="4010294" y="16592"/>
                    <a:pt x="4010294" y="37059"/>
                  </a:cubicBezTo>
                  <a:lnTo>
                    <a:pt x="4010294" y="754811"/>
                  </a:lnTo>
                  <a:cubicBezTo>
                    <a:pt x="4010294" y="775278"/>
                    <a:pt x="3993702" y="791870"/>
                    <a:pt x="3973235" y="791870"/>
                  </a:cubicBezTo>
                  <a:lnTo>
                    <a:pt x="37059" y="791870"/>
                  </a:lnTo>
                  <a:cubicBezTo>
                    <a:pt x="27230" y="791870"/>
                    <a:pt x="17804" y="787966"/>
                    <a:pt x="10854" y="781016"/>
                  </a:cubicBezTo>
                  <a:cubicBezTo>
                    <a:pt x="3904" y="774066"/>
                    <a:pt x="0" y="764640"/>
                    <a:pt x="0" y="754811"/>
                  </a:cubicBezTo>
                  <a:lnTo>
                    <a:pt x="0" y="37059"/>
                  </a:lnTo>
                  <a:cubicBezTo>
                    <a:pt x="0" y="16592"/>
                    <a:pt x="16592" y="0"/>
                    <a:pt x="3705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85725"/>
              <a:ext cx="4010294" cy="70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05645" y="7811610"/>
            <a:ext cx="3121503" cy="2103785"/>
            <a:chOff x="0" y="0"/>
            <a:chExt cx="970008" cy="653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0008" cy="653752"/>
            </a:xfrm>
            <a:custGeom>
              <a:avLst/>
              <a:gdLst/>
              <a:ahLst/>
              <a:cxnLst/>
              <a:rect r="r" b="b" t="t" l="l"/>
              <a:pathLst>
                <a:path h="653752" w="970008">
                  <a:moveTo>
                    <a:pt x="126490" y="0"/>
                  </a:moveTo>
                  <a:lnTo>
                    <a:pt x="843518" y="0"/>
                  </a:lnTo>
                  <a:cubicBezTo>
                    <a:pt x="877065" y="0"/>
                    <a:pt x="909239" y="13327"/>
                    <a:pt x="932960" y="37048"/>
                  </a:cubicBezTo>
                  <a:cubicBezTo>
                    <a:pt x="956681" y="60769"/>
                    <a:pt x="970008" y="92943"/>
                    <a:pt x="970008" y="126490"/>
                  </a:cubicBezTo>
                  <a:lnTo>
                    <a:pt x="970008" y="527262"/>
                  </a:lnTo>
                  <a:cubicBezTo>
                    <a:pt x="970008" y="597120"/>
                    <a:pt x="913377" y="653752"/>
                    <a:pt x="843518" y="653752"/>
                  </a:cubicBezTo>
                  <a:lnTo>
                    <a:pt x="126490" y="653752"/>
                  </a:lnTo>
                  <a:cubicBezTo>
                    <a:pt x="56631" y="653752"/>
                    <a:pt x="0" y="597120"/>
                    <a:pt x="0" y="527262"/>
                  </a:cubicBezTo>
                  <a:lnTo>
                    <a:pt x="0" y="126490"/>
                  </a:lnTo>
                  <a:cubicBezTo>
                    <a:pt x="0" y="56631"/>
                    <a:pt x="56631" y="0"/>
                    <a:pt x="126490" y="0"/>
                  </a:cubicBezTo>
                  <a:close/>
                </a:path>
              </a:pathLst>
            </a:custGeom>
            <a:solidFill>
              <a:srgbClr val="6A367A"/>
            </a:solidFill>
            <a:ln w="19050" cap="rnd">
              <a:solidFill>
                <a:srgbClr val="897592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85725"/>
              <a:ext cx="970008" cy="56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85414" y="696555"/>
            <a:ext cx="15317172" cy="153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sz="10286" spc="-4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Architecture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4436" y="3653739"/>
            <a:ext cx="2282418" cy="112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799" spc="-1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</a:t>
            </a:r>
          </a:p>
          <a:p>
            <a:pPr algn="l">
              <a:lnSpc>
                <a:spcPts val="4445"/>
              </a:lnSpc>
            </a:pPr>
            <a:r>
              <a:rPr lang="en-US" b="true" sz="3799" spc="-15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98906" y="3386450"/>
            <a:ext cx="10161004" cy="159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5"/>
              </a:lnSpc>
            </a:pPr>
            <a:r>
              <a:rPr lang="en-US" sz="3099" spc="-71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Handles terminal interaction through receiving commands and calling service methods to display output.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0159" y="5978776"/>
            <a:ext cx="2282418" cy="112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799" spc="-1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</a:t>
            </a:r>
          </a:p>
          <a:p>
            <a:pPr algn="l">
              <a:lnSpc>
                <a:spcPts val="4445"/>
              </a:lnSpc>
            </a:pPr>
            <a:r>
              <a:rPr lang="en-US" b="true" sz="3799" spc="-15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56246" y="8303813"/>
            <a:ext cx="2820300" cy="112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799" spc="-1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Persistence</a:t>
            </a:r>
          </a:p>
          <a:p>
            <a:pPr algn="l">
              <a:lnSpc>
                <a:spcPts val="4445"/>
              </a:lnSpc>
            </a:pPr>
            <a:r>
              <a:rPr lang="en-US" b="true" sz="3799" spc="-15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882972" y="5697997"/>
            <a:ext cx="8576938" cy="148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99" spc="-66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Handles most logic and evaluation. This layer receives calls from the API Layer and sends calls to the Persistence Layer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33154" y="8131105"/>
            <a:ext cx="7326756" cy="148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899" spc="-66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Handles most logic and evaluation. This layer receives calls from the API Layer and sends calls to the Persistence Layer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669460" y="3161535"/>
            <a:ext cx="2078659" cy="6753859"/>
            <a:chOff x="0" y="0"/>
            <a:chExt cx="782413" cy="25421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2413" cy="2542170"/>
            </a:xfrm>
            <a:custGeom>
              <a:avLst/>
              <a:gdLst/>
              <a:ahLst/>
              <a:cxnLst/>
              <a:rect r="r" b="b" t="t" l="l"/>
              <a:pathLst>
                <a:path h="2542170" w="782413">
                  <a:moveTo>
                    <a:pt x="189948" y="0"/>
                  </a:moveTo>
                  <a:lnTo>
                    <a:pt x="592464" y="0"/>
                  </a:lnTo>
                  <a:cubicBezTo>
                    <a:pt x="697370" y="0"/>
                    <a:pt x="782413" y="85043"/>
                    <a:pt x="782413" y="189948"/>
                  </a:cubicBezTo>
                  <a:lnTo>
                    <a:pt x="782413" y="2352222"/>
                  </a:lnTo>
                  <a:cubicBezTo>
                    <a:pt x="782413" y="2457128"/>
                    <a:pt x="697370" y="2542170"/>
                    <a:pt x="592464" y="2542170"/>
                  </a:cubicBezTo>
                  <a:lnTo>
                    <a:pt x="189948" y="2542170"/>
                  </a:lnTo>
                  <a:cubicBezTo>
                    <a:pt x="85043" y="2542170"/>
                    <a:pt x="0" y="2457128"/>
                    <a:pt x="0" y="2352222"/>
                  </a:cubicBezTo>
                  <a:lnTo>
                    <a:pt x="0" y="189948"/>
                  </a:lnTo>
                  <a:cubicBezTo>
                    <a:pt x="0" y="85043"/>
                    <a:pt x="85043" y="0"/>
                    <a:pt x="18994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85725"/>
              <a:ext cx="782413" cy="24564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69460" y="3160312"/>
            <a:ext cx="2078659" cy="2103785"/>
            <a:chOff x="0" y="0"/>
            <a:chExt cx="782413" cy="7918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2413" cy="791870"/>
            </a:xfrm>
            <a:custGeom>
              <a:avLst/>
              <a:gdLst/>
              <a:ahLst/>
              <a:cxnLst/>
              <a:rect r="r" b="b" t="t" l="l"/>
              <a:pathLst>
                <a:path h="791870" w="782413">
                  <a:moveTo>
                    <a:pt x="189948" y="0"/>
                  </a:moveTo>
                  <a:lnTo>
                    <a:pt x="592464" y="0"/>
                  </a:lnTo>
                  <a:cubicBezTo>
                    <a:pt x="697370" y="0"/>
                    <a:pt x="782413" y="85043"/>
                    <a:pt x="782413" y="189948"/>
                  </a:cubicBezTo>
                  <a:lnTo>
                    <a:pt x="782413" y="601922"/>
                  </a:lnTo>
                  <a:cubicBezTo>
                    <a:pt x="782413" y="706827"/>
                    <a:pt x="697370" y="791870"/>
                    <a:pt x="592464" y="791870"/>
                  </a:cubicBezTo>
                  <a:lnTo>
                    <a:pt x="189948" y="791870"/>
                  </a:lnTo>
                  <a:cubicBezTo>
                    <a:pt x="85043" y="791870"/>
                    <a:pt x="0" y="706827"/>
                    <a:pt x="0" y="601922"/>
                  </a:cubicBezTo>
                  <a:lnTo>
                    <a:pt x="0" y="189948"/>
                  </a:lnTo>
                  <a:cubicBezTo>
                    <a:pt x="0" y="85043"/>
                    <a:pt x="85043" y="0"/>
                    <a:pt x="189948" y="0"/>
                  </a:cubicBezTo>
                  <a:close/>
                </a:path>
              </a:pathLst>
            </a:custGeom>
            <a:solidFill>
              <a:srgbClr val="897592"/>
            </a:solidFill>
            <a:ln w="19050" cap="rnd">
              <a:solidFill>
                <a:srgbClr val="897592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85725"/>
              <a:ext cx="782413" cy="706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834496" y="3578157"/>
            <a:ext cx="1705994" cy="112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799" spc="-159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Domain</a:t>
            </a:r>
          </a:p>
          <a:p>
            <a:pPr algn="l">
              <a:lnSpc>
                <a:spcPts val="4445"/>
              </a:lnSpc>
            </a:pPr>
            <a:r>
              <a:rPr lang="en-US" b="true" sz="3799" spc="-159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Layer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05087" y="5429423"/>
            <a:ext cx="1564814" cy="395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872" spc="-66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Contains</a:t>
            </a:r>
          </a:p>
          <a:p>
            <a:pPr algn="l">
              <a:lnSpc>
                <a:spcPts val="3906"/>
              </a:lnSpc>
            </a:pPr>
            <a:r>
              <a:rPr lang="en-US" sz="2872" spc="-66" b="true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classes relating to the tables for processing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7579" y="537946"/>
            <a:ext cx="11805114" cy="306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sz="10286" spc="-43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Entity Relationship Diagram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273618" y="3803399"/>
            <a:ext cx="11786080" cy="6483601"/>
            <a:chOff x="0" y="0"/>
            <a:chExt cx="4436312" cy="24404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36312" cy="2440444"/>
            </a:xfrm>
            <a:custGeom>
              <a:avLst/>
              <a:gdLst/>
              <a:ahLst/>
              <a:cxnLst/>
              <a:rect r="r" b="b" t="t" l="l"/>
              <a:pathLst>
                <a:path h="2440444" w="4436312">
                  <a:moveTo>
                    <a:pt x="33500" y="0"/>
                  </a:moveTo>
                  <a:lnTo>
                    <a:pt x="4402811" y="0"/>
                  </a:lnTo>
                  <a:cubicBezTo>
                    <a:pt x="4421313" y="0"/>
                    <a:pt x="4436312" y="14999"/>
                    <a:pt x="4436312" y="33500"/>
                  </a:cubicBezTo>
                  <a:lnTo>
                    <a:pt x="4436312" y="2406944"/>
                  </a:lnTo>
                  <a:cubicBezTo>
                    <a:pt x="4436312" y="2425446"/>
                    <a:pt x="4421313" y="2440444"/>
                    <a:pt x="4402811" y="2440444"/>
                  </a:cubicBezTo>
                  <a:lnTo>
                    <a:pt x="33500" y="2440444"/>
                  </a:lnTo>
                  <a:cubicBezTo>
                    <a:pt x="14999" y="2440444"/>
                    <a:pt x="0" y="2425446"/>
                    <a:pt x="0" y="2406944"/>
                  </a:cubicBezTo>
                  <a:lnTo>
                    <a:pt x="0" y="33500"/>
                  </a:lnTo>
                  <a:cubicBezTo>
                    <a:pt x="0" y="14999"/>
                    <a:pt x="14999" y="0"/>
                    <a:pt x="335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4436312" cy="2354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490229" y="3984667"/>
            <a:ext cx="11307542" cy="6302333"/>
          </a:xfrm>
          <a:custGeom>
            <a:avLst/>
            <a:gdLst/>
            <a:ahLst/>
            <a:cxnLst/>
            <a:rect r="r" b="b" t="t" l="l"/>
            <a:pathLst>
              <a:path h="6302333" w="11307542">
                <a:moveTo>
                  <a:pt x="0" y="0"/>
                </a:moveTo>
                <a:lnTo>
                  <a:pt x="11307542" y="0"/>
                </a:lnTo>
                <a:lnTo>
                  <a:pt x="11307542" y="6302333"/>
                </a:lnTo>
                <a:lnTo>
                  <a:pt x="0" y="6302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0451951" y="3721633"/>
            <a:ext cx="10178180" cy="101781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2286055" y="5508827"/>
            <a:ext cx="6657413" cy="66574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10800000">
            <a:off x="1581195" y="3662382"/>
            <a:ext cx="13959845" cy="1342908"/>
          </a:xfrm>
          <a:custGeom>
            <a:avLst/>
            <a:gdLst/>
            <a:ahLst/>
            <a:cxnLst/>
            <a:rect r="r" b="b" t="t" l="l"/>
            <a:pathLst>
              <a:path h="1342908" w="13959845">
                <a:moveTo>
                  <a:pt x="0" y="1342908"/>
                </a:moveTo>
                <a:lnTo>
                  <a:pt x="13959846" y="1342908"/>
                </a:lnTo>
                <a:lnTo>
                  <a:pt x="13959846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-53007" r="0" b="-5300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65606" y="3966621"/>
            <a:ext cx="12579125" cy="3819580"/>
            <a:chOff x="0" y="0"/>
            <a:chExt cx="4734816" cy="143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34816" cy="1437700"/>
            </a:xfrm>
            <a:custGeom>
              <a:avLst/>
              <a:gdLst/>
              <a:ahLst/>
              <a:cxnLst/>
              <a:rect r="r" b="b" t="t" l="l"/>
              <a:pathLst>
                <a:path h="1437700" w="4734816">
                  <a:moveTo>
                    <a:pt x="31388" y="0"/>
                  </a:moveTo>
                  <a:lnTo>
                    <a:pt x="4703428" y="0"/>
                  </a:lnTo>
                  <a:cubicBezTo>
                    <a:pt x="4720763" y="0"/>
                    <a:pt x="4734816" y="14053"/>
                    <a:pt x="4734816" y="31388"/>
                  </a:cubicBezTo>
                  <a:lnTo>
                    <a:pt x="4734816" y="1406312"/>
                  </a:lnTo>
                  <a:cubicBezTo>
                    <a:pt x="4734816" y="1423647"/>
                    <a:pt x="4720763" y="1437700"/>
                    <a:pt x="4703428" y="1437700"/>
                  </a:cubicBezTo>
                  <a:lnTo>
                    <a:pt x="31388" y="1437700"/>
                  </a:lnTo>
                  <a:cubicBezTo>
                    <a:pt x="14053" y="1437700"/>
                    <a:pt x="0" y="1423647"/>
                    <a:pt x="0" y="1406312"/>
                  </a:cubicBezTo>
                  <a:lnTo>
                    <a:pt x="0" y="31388"/>
                  </a:lnTo>
                  <a:cubicBezTo>
                    <a:pt x="0" y="14053"/>
                    <a:pt x="14053" y="0"/>
                    <a:pt x="313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4734816" cy="13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74884" y="1612072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b="true" sz="8965" spc="-3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Acid Principals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4857" y="4343361"/>
            <a:ext cx="901384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Atomicity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40202" y="5105400"/>
            <a:ext cx="10829935" cy="226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This application insures that all operations inside of a transaction are evaluated together; all of them pass or all of them fail.</a:t>
            </a:r>
          </a:p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This is to ensure that operations are never partially completed, leaving errors and vulnerabilities in the system.</a:t>
            </a:r>
          </a:p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Ex. Transaction method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0800000">
            <a:off x="1581195" y="3662382"/>
            <a:ext cx="13959845" cy="1342908"/>
          </a:xfrm>
          <a:custGeom>
            <a:avLst/>
            <a:gdLst/>
            <a:ahLst/>
            <a:cxnLst/>
            <a:rect r="r" b="b" t="t" l="l"/>
            <a:pathLst>
              <a:path h="1342908" w="13959845">
                <a:moveTo>
                  <a:pt x="0" y="1342908"/>
                </a:moveTo>
                <a:lnTo>
                  <a:pt x="13959846" y="1342908"/>
                </a:lnTo>
                <a:lnTo>
                  <a:pt x="13959846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-53007" r="0" b="-5300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65606" y="3966621"/>
            <a:ext cx="12579125" cy="3819580"/>
            <a:chOff x="0" y="0"/>
            <a:chExt cx="4734816" cy="1437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34816" cy="1437700"/>
            </a:xfrm>
            <a:custGeom>
              <a:avLst/>
              <a:gdLst/>
              <a:ahLst/>
              <a:cxnLst/>
              <a:rect r="r" b="b" t="t" l="l"/>
              <a:pathLst>
                <a:path h="1437700" w="4734816">
                  <a:moveTo>
                    <a:pt x="31388" y="0"/>
                  </a:moveTo>
                  <a:lnTo>
                    <a:pt x="4703428" y="0"/>
                  </a:lnTo>
                  <a:cubicBezTo>
                    <a:pt x="4720763" y="0"/>
                    <a:pt x="4734816" y="14053"/>
                    <a:pt x="4734816" y="31388"/>
                  </a:cubicBezTo>
                  <a:lnTo>
                    <a:pt x="4734816" y="1406312"/>
                  </a:lnTo>
                  <a:cubicBezTo>
                    <a:pt x="4734816" y="1423647"/>
                    <a:pt x="4720763" y="1437700"/>
                    <a:pt x="4703428" y="1437700"/>
                  </a:cubicBezTo>
                  <a:lnTo>
                    <a:pt x="31388" y="1437700"/>
                  </a:lnTo>
                  <a:cubicBezTo>
                    <a:pt x="14053" y="1437700"/>
                    <a:pt x="0" y="1423647"/>
                    <a:pt x="0" y="1406312"/>
                  </a:cubicBezTo>
                  <a:lnTo>
                    <a:pt x="0" y="31388"/>
                  </a:lnTo>
                  <a:cubicBezTo>
                    <a:pt x="0" y="14053"/>
                    <a:pt x="14053" y="0"/>
                    <a:pt x="313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85725"/>
              <a:ext cx="4734816" cy="13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74884" y="1612072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b="true" sz="8965" spc="-3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Acid Principals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14857" y="4343361"/>
            <a:ext cx="901384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Consistency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4857" y="5105400"/>
            <a:ext cx="10376981" cy="226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Consistency is applied throughout the application through testing and validation.</a:t>
            </a:r>
          </a:p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majority of the validation is handled in the Business Layer after a method is called.</a:t>
            </a:r>
          </a:p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Ex. Error handling from service layer</a:t>
            </a:r>
          </a:p>
        </p:txBody>
      </p:sp>
      <p:grpSp>
        <p:nvGrpSpPr>
          <p:cNvPr name="Group 10" id="10"/>
          <p:cNvGrpSpPr/>
          <p:nvPr/>
        </p:nvGrpSpPr>
        <p:grpSpPr>
          <a:xfrm rot="-9278497">
            <a:off x="-4060390" y="4630828"/>
            <a:ext cx="10178180" cy="101781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9278497">
            <a:off x="-2226286" y="6418022"/>
            <a:ext cx="6657413" cy="665741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3816086" y="-3525623"/>
            <a:ext cx="10178180" cy="101781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1981983" y="-1738430"/>
            <a:ext cx="6657413" cy="66574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10800000">
            <a:off x="1580017" y="3669162"/>
            <a:ext cx="13959845" cy="1342908"/>
          </a:xfrm>
          <a:custGeom>
            <a:avLst/>
            <a:gdLst/>
            <a:ahLst/>
            <a:cxnLst/>
            <a:rect r="r" b="b" t="t" l="l"/>
            <a:pathLst>
              <a:path h="1342908" w="13959845">
                <a:moveTo>
                  <a:pt x="0" y="1342908"/>
                </a:moveTo>
                <a:lnTo>
                  <a:pt x="13959846" y="1342908"/>
                </a:lnTo>
                <a:lnTo>
                  <a:pt x="13959846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-53007" r="0" b="-5300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64429" y="3973401"/>
            <a:ext cx="12579125" cy="3819580"/>
            <a:chOff x="0" y="0"/>
            <a:chExt cx="4734816" cy="143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34816" cy="1437700"/>
            </a:xfrm>
            <a:custGeom>
              <a:avLst/>
              <a:gdLst/>
              <a:ahLst/>
              <a:cxnLst/>
              <a:rect r="r" b="b" t="t" l="l"/>
              <a:pathLst>
                <a:path h="1437700" w="4734816">
                  <a:moveTo>
                    <a:pt x="31388" y="0"/>
                  </a:moveTo>
                  <a:lnTo>
                    <a:pt x="4703428" y="0"/>
                  </a:lnTo>
                  <a:cubicBezTo>
                    <a:pt x="4720763" y="0"/>
                    <a:pt x="4734816" y="14053"/>
                    <a:pt x="4734816" y="31388"/>
                  </a:cubicBezTo>
                  <a:lnTo>
                    <a:pt x="4734816" y="1406312"/>
                  </a:lnTo>
                  <a:cubicBezTo>
                    <a:pt x="4734816" y="1423647"/>
                    <a:pt x="4720763" y="1437700"/>
                    <a:pt x="4703428" y="1437700"/>
                  </a:cubicBezTo>
                  <a:lnTo>
                    <a:pt x="31388" y="1437700"/>
                  </a:lnTo>
                  <a:cubicBezTo>
                    <a:pt x="14053" y="1437700"/>
                    <a:pt x="0" y="1423647"/>
                    <a:pt x="0" y="1406312"/>
                  </a:cubicBezTo>
                  <a:lnTo>
                    <a:pt x="0" y="31388"/>
                  </a:lnTo>
                  <a:cubicBezTo>
                    <a:pt x="0" y="14053"/>
                    <a:pt x="14053" y="0"/>
                    <a:pt x="313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4734816" cy="13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73706" y="1618852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b="true" sz="8965" spc="-3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Acid Principals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3680" y="4350141"/>
            <a:ext cx="901384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Isolation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15512" y="5105400"/>
            <a:ext cx="10376981" cy="2269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This application implements isolation by structuring transactions to not interfere with each other.</a:t>
            </a:r>
          </a:p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Each transaction is a command followed by a number of method calls and returns, that occur sequentially</a:t>
            </a:r>
          </a:p>
          <a:p>
            <a:pPr algn="l">
              <a:lnSpc>
                <a:spcPts val="3671"/>
              </a:lnSpc>
            </a:pPr>
            <a:r>
              <a:rPr lang="en-US" sz="2699" spc="-6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MVCC feature of PostgreSQL helps maintain isolation.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1216310" y="-3638862"/>
            <a:ext cx="10178180" cy="1017818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3050414" y="-1851668"/>
            <a:ext cx="6657413" cy="665741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-10800000">
            <a:off x="1574461" y="3660698"/>
            <a:ext cx="13959845" cy="1342908"/>
          </a:xfrm>
          <a:custGeom>
            <a:avLst/>
            <a:gdLst/>
            <a:ahLst/>
            <a:cxnLst/>
            <a:rect r="r" b="b" t="t" l="l"/>
            <a:pathLst>
              <a:path h="1342908" w="13959845">
                <a:moveTo>
                  <a:pt x="0" y="1342908"/>
                </a:moveTo>
                <a:lnTo>
                  <a:pt x="13959845" y="1342908"/>
                </a:lnTo>
                <a:lnTo>
                  <a:pt x="13959845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-53007" r="0" b="-53007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58872" y="3964938"/>
            <a:ext cx="12579125" cy="3819580"/>
            <a:chOff x="0" y="0"/>
            <a:chExt cx="4734816" cy="1437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34816" cy="1437700"/>
            </a:xfrm>
            <a:custGeom>
              <a:avLst/>
              <a:gdLst/>
              <a:ahLst/>
              <a:cxnLst/>
              <a:rect r="r" b="b" t="t" l="l"/>
              <a:pathLst>
                <a:path h="1437700" w="4734816">
                  <a:moveTo>
                    <a:pt x="31388" y="0"/>
                  </a:moveTo>
                  <a:lnTo>
                    <a:pt x="4703428" y="0"/>
                  </a:lnTo>
                  <a:cubicBezTo>
                    <a:pt x="4720763" y="0"/>
                    <a:pt x="4734816" y="14053"/>
                    <a:pt x="4734816" y="31388"/>
                  </a:cubicBezTo>
                  <a:lnTo>
                    <a:pt x="4734816" y="1406312"/>
                  </a:lnTo>
                  <a:cubicBezTo>
                    <a:pt x="4734816" y="1423647"/>
                    <a:pt x="4720763" y="1437700"/>
                    <a:pt x="4703428" y="1437700"/>
                  </a:cubicBezTo>
                  <a:lnTo>
                    <a:pt x="31388" y="1437700"/>
                  </a:lnTo>
                  <a:cubicBezTo>
                    <a:pt x="14053" y="1437700"/>
                    <a:pt x="0" y="1423647"/>
                    <a:pt x="0" y="1406312"/>
                  </a:cubicBezTo>
                  <a:lnTo>
                    <a:pt x="0" y="31388"/>
                  </a:lnTo>
                  <a:cubicBezTo>
                    <a:pt x="0" y="14053"/>
                    <a:pt x="14053" y="0"/>
                    <a:pt x="3138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4734816" cy="135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68150" y="1610388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b="true" sz="8965" spc="-37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Acid Principals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08123" y="4341677"/>
            <a:ext cx="901384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999" spc="-16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Durability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09956" y="4965506"/>
            <a:ext cx="10376981" cy="222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599" spc="-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Durability is implemented through commiting successful transactions to the database.</a:t>
            </a:r>
          </a:p>
          <a:p>
            <a:pPr algn="l">
              <a:lnSpc>
                <a:spcPts val="3535"/>
              </a:lnSpc>
            </a:pPr>
            <a:r>
              <a:rPr lang="en-US" sz="2599" spc="-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 data will be lost through this as the state of the database will persist through the event of an error or power failure in the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80840" y="2728374"/>
            <a:ext cx="5482429" cy="2256555"/>
            <a:chOff x="0" y="0"/>
            <a:chExt cx="773092" cy="3182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3092" cy="318203"/>
            </a:xfrm>
            <a:custGeom>
              <a:avLst/>
              <a:gdLst/>
              <a:ahLst/>
              <a:cxnLst/>
              <a:rect r="r" b="b" t="t" l="l"/>
              <a:pathLst>
                <a:path h="318203" w="773092">
                  <a:moveTo>
                    <a:pt x="72019" y="0"/>
                  </a:moveTo>
                  <a:lnTo>
                    <a:pt x="701073" y="0"/>
                  </a:lnTo>
                  <a:cubicBezTo>
                    <a:pt x="740848" y="0"/>
                    <a:pt x="773092" y="32244"/>
                    <a:pt x="773092" y="72019"/>
                  </a:cubicBezTo>
                  <a:lnTo>
                    <a:pt x="773092" y="246184"/>
                  </a:lnTo>
                  <a:cubicBezTo>
                    <a:pt x="773092" y="285959"/>
                    <a:pt x="740848" y="318203"/>
                    <a:pt x="701073" y="318203"/>
                  </a:cubicBezTo>
                  <a:lnTo>
                    <a:pt x="72019" y="318203"/>
                  </a:lnTo>
                  <a:cubicBezTo>
                    <a:pt x="32244" y="318203"/>
                    <a:pt x="0" y="285959"/>
                    <a:pt x="0" y="246184"/>
                  </a:cubicBezTo>
                  <a:lnTo>
                    <a:pt x="0" y="72019"/>
                  </a:lnTo>
                  <a:cubicBezTo>
                    <a:pt x="0" y="32244"/>
                    <a:pt x="32244" y="0"/>
                    <a:pt x="720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773092" cy="232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24991" y="2842634"/>
            <a:ext cx="5482429" cy="2028036"/>
            <a:chOff x="0" y="0"/>
            <a:chExt cx="851567" cy="3150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1567" cy="315008"/>
            </a:xfrm>
            <a:custGeom>
              <a:avLst/>
              <a:gdLst/>
              <a:ahLst/>
              <a:cxnLst/>
              <a:rect r="r" b="b" t="t" l="l"/>
              <a:pathLst>
                <a:path h="315008" w="851567">
                  <a:moveTo>
                    <a:pt x="72019" y="0"/>
                  </a:moveTo>
                  <a:lnTo>
                    <a:pt x="779548" y="0"/>
                  </a:lnTo>
                  <a:cubicBezTo>
                    <a:pt x="819323" y="0"/>
                    <a:pt x="851567" y="32244"/>
                    <a:pt x="851567" y="72019"/>
                  </a:cubicBezTo>
                  <a:lnTo>
                    <a:pt x="851567" y="242989"/>
                  </a:lnTo>
                  <a:cubicBezTo>
                    <a:pt x="851567" y="282764"/>
                    <a:pt x="819323" y="315008"/>
                    <a:pt x="779548" y="315008"/>
                  </a:cubicBezTo>
                  <a:lnTo>
                    <a:pt x="72019" y="315008"/>
                  </a:lnTo>
                  <a:cubicBezTo>
                    <a:pt x="32244" y="315008"/>
                    <a:pt x="0" y="282764"/>
                    <a:pt x="0" y="242989"/>
                  </a:cubicBezTo>
                  <a:lnTo>
                    <a:pt x="0" y="72019"/>
                  </a:lnTo>
                  <a:cubicBezTo>
                    <a:pt x="0" y="32244"/>
                    <a:pt x="32244" y="0"/>
                    <a:pt x="720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851567" cy="229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05190" y="6100331"/>
            <a:ext cx="15877620" cy="2569690"/>
          </a:xfrm>
          <a:custGeom>
            <a:avLst/>
            <a:gdLst/>
            <a:ahLst/>
            <a:cxnLst/>
            <a:rect r="r" b="b" t="t" l="l"/>
            <a:pathLst>
              <a:path h="2569690" w="15877620">
                <a:moveTo>
                  <a:pt x="0" y="0"/>
                </a:moveTo>
                <a:lnTo>
                  <a:pt x="15877620" y="0"/>
                </a:lnTo>
                <a:lnTo>
                  <a:pt x="15877620" y="2569690"/>
                </a:lnTo>
                <a:lnTo>
                  <a:pt x="0" y="256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83515" y="913041"/>
            <a:ext cx="4214510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sz="8965" spc="-37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Logging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7168" y="2776381"/>
            <a:ext cx="5108552" cy="205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21"/>
              </a:lnSpc>
              <a:spcBef>
                <a:spcPct val="0"/>
              </a:spcBef>
            </a:pPr>
            <a:r>
              <a:rPr lang="en-US" sz="5872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Logback and SFL4J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87349" y="2882750"/>
            <a:ext cx="5638733" cy="18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63"/>
              </a:lnSpc>
              <a:spcBef>
                <a:spcPct val="0"/>
              </a:spcBef>
            </a:pPr>
            <a:r>
              <a:rPr lang="en-US" b="true" sz="5331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Positive and Negative tests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68150" y="1610388"/>
            <a:ext cx="10083044" cy="132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sz="8965" spc="-376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Testing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617012" y="3798911"/>
            <a:ext cx="11754472" cy="4792966"/>
          </a:xfrm>
          <a:custGeom>
            <a:avLst/>
            <a:gdLst/>
            <a:ahLst/>
            <a:cxnLst/>
            <a:rect r="r" b="b" t="t" l="l"/>
            <a:pathLst>
              <a:path h="4792966" w="11754472">
                <a:moveTo>
                  <a:pt x="0" y="0"/>
                </a:moveTo>
                <a:lnTo>
                  <a:pt x="11754472" y="0"/>
                </a:lnTo>
                <a:lnTo>
                  <a:pt x="11754472" y="4792966"/>
                </a:lnTo>
                <a:lnTo>
                  <a:pt x="0" y="4792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36220" y="2087113"/>
            <a:ext cx="3135264" cy="1538272"/>
            <a:chOff x="0" y="0"/>
            <a:chExt cx="960009" cy="4710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0009" cy="471014"/>
            </a:xfrm>
            <a:custGeom>
              <a:avLst/>
              <a:gdLst/>
              <a:ahLst/>
              <a:cxnLst/>
              <a:rect r="r" b="b" t="t" l="l"/>
              <a:pathLst>
                <a:path h="471014" w="960009">
                  <a:moveTo>
                    <a:pt x="125935" y="0"/>
                  </a:moveTo>
                  <a:lnTo>
                    <a:pt x="834074" y="0"/>
                  </a:lnTo>
                  <a:cubicBezTo>
                    <a:pt x="867474" y="0"/>
                    <a:pt x="899506" y="13268"/>
                    <a:pt x="923123" y="36885"/>
                  </a:cubicBezTo>
                  <a:cubicBezTo>
                    <a:pt x="946741" y="60503"/>
                    <a:pt x="960009" y="92535"/>
                    <a:pt x="960009" y="125935"/>
                  </a:cubicBezTo>
                  <a:lnTo>
                    <a:pt x="960009" y="345080"/>
                  </a:lnTo>
                  <a:cubicBezTo>
                    <a:pt x="960009" y="378480"/>
                    <a:pt x="946741" y="410512"/>
                    <a:pt x="923123" y="434129"/>
                  </a:cubicBezTo>
                  <a:cubicBezTo>
                    <a:pt x="899506" y="457746"/>
                    <a:pt x="867474" y="471014"/>
                    <a:pt x="834074" y="471014"/>
                  </a:cubicBezTo>
                  <a:lnTo>
                    <a:pt x="125935" y="471014"/>
                  </a:lnTo>
                  <a:cubicBezTo>
                    <a:pt x="92535" y="471014"/>
                    <a:pt x="60503" y="457746"/>
                    <a:pt x="36885" y="434129"/>
                  </a:cubicBezTo>
                  <a:cubicBezTo>
                    <a:pt x="13268" y="410512"/>
                    <a:pt x="0" y="378480"/>
                    <a:pt x="0" y="345080"/>
                  </a:cubicBezTo>
                  <a:lnTo>
                    <a:pt x="0" y="125935"/>
                  </a:lnTo>
                  <a:cubicBezTo>
                    <a:pt x="0" y="92535"/>
                    <a:pt x="13268" y="60503"/>
                    <a:pt x="36885" y="36885"/>
                  </a:cubicBezTo>
                  <a:cubicBezTo>
                    <a:pt x="60503" y="13268"/>
                    <a:pt x="92535" y="0"/>
                    <a:pt x="1259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960009" cy="385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861154" y="2474916"/>
            <a:ext cx="1885396" cy="695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4"/>
              </a:lnSpc>
            </a:pPr>
            <a:r>
              <a:rPr lang="en-US" sz="4179" spc="-96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JUnit 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9846" y="2551217"/>
            <a:ext cx="10268308" cy="4299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7"/>
              </a:lnSpc>
            </a:pPr>
            <a:r>
              <a:rPr lang="en-US" b="true" sz="28946" spc="-121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DAHWIGZw6Sg</dc:identifier>
  <dcterms:modified xsi:type="dcterms:W3CDTF">2011-08-01T06:04:30Z</dcterms:modified>
  <cp:revision>1</cp:revision>
  <dc:title>Purple and White Modern Gradient Business Pitch Deck Presentation</dc:title>
</cp:coreProperties>
</file>